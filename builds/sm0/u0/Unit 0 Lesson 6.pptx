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6"/>
    <p:sldId id="263" r:id="rId5"/>
    <p:sldId id="264" r:id="rId4"/>
    <p:sldId id="265" r:id="rId3"/>
    <p:sldId id="266" r:id="rId2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0" d="100"/>
          <a:sy n="60" d="100"/>
        </p:scale>
        <p:origin x="78" y="10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1.xml"/><Relationship Id="rId3" Type="http://schemas.openxmlformats.org/officeDocument/2006/relationships/slide" Target="slides/slide10.xml"/><Relationship Id="rId4" Type="http://schemas.openxmlformats.org/officeDocument/2006/relationships/slide" Target="slides/slide9.xml"/><Relationship Id="rId5" Type="http://schemas.openxmlformats.org/officeDocument/2006/relationships/slide" Target="slides/slide8.xml"/><Relationship Id="rId6" Type="http://schemas.openxmlformats.org/officeDocument/2006/relationships/slide" Target="slides/slide7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33429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6.xml"/><Relationship Id="rId3" Type="http://schemas.openxmlformats.org/officeDocument/2006/relationships/slide" Target="slide7.xml"/><Relationship Id="rId4" Type="http://schemas.openxmlformats.org/officeDocument/2006/relationships/slide" Target="slide8.xml"/><Relationship Id="rId5" Type="http://schemas.openxmlformats.org/officeDocument/2006/relationships/slide" Target="slide9.xml"/><Relationship Id="rId6" Type="http://schemas.openxmlformats.org/officeDocument/2006/relationships/slide" Target="slide10.xml"/><Relationship Id="rId7" Type="http://schemas.openxmlformats.org/officeDocument/2006/relationships/slide" Target="slide1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1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19.xml"/><Relationship Id="rId3" Type="http://schemas.openxmlformats.org/officeDocument/2006/relationships/slide" Target="slide20.xml"/><Relationship Id="rId4" Type="http://schemas.openxmlformats.org/officeDocument/2006/relationships/slide" Target="slide21.xml"/><Relationship Id="rId5" Type="http://schemas.openxmlformats.org/officeDocument/2006/relationships/slide" Target="slide22.xml"/><Relationship Id="rId6" Type="http://schemas.openxmlformats.org/officeDocument/2006/relationships/slide" Target="slide23.xml"/><Relationship Id="rId7" Type="http://schemas.openxmlformats.org/officeDocument/2006/relationships/slide" Target="slide2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1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920240"/>
            <a:ext cx="11094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1565C0"/>
                </a:solidFill>
                <a:latin typeface="Verdana"/>
              </a:rPr>
              <a:t>Unit 0 · Lesson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017520"/>
            <a:ext cx="1109472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7B1FA2"/>
                </a:solidFill>
                <a:latin typeface="Verdana"/>
              </a:rPr>
              <a:t>Say Hello! 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0"/>
            <a:ext cx="11094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0">
                <a:solidFill>
                  <a:srgbClr val="6B7280"/>
                </a:solidFill>
                <a:latin typeface="Trebuchet MS"/>
              </a:rPr>
              <a:t>Revision + Test · Super Minds Starter · WowSpeak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1565C0"/>
                </a:solidFill>
                <a:latin typeface="Verdana"/>
              </a:rPr>
              <a:t>How are you?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63040" y="1737360"/>
            <a:ext cx="923544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2194560"/>
            <a:ext cx="25603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600" b="1">
                <a:solidFill>
                  <a:srgbClr val="3A2A4D"/>
                </a:solidFill>
                <a:latin typeface="Verdana"/>
              </a:rPr>
              <a:t>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4206240"/>
            <a:ext cx="25603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3A2A4D"/>
                </a:solidFill>
                <a:latin typeface="Verdana"/>
              </a:rPr>
              <a:t>happy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2194560"/>
            <a:ext cx="25603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600" b="1">
                <a:solidFill>
                  <a:srgbClr val="3A2A4D"/>
                </a:solidFill>
                <a:latin typeface="Verdana"/>
              </a:rPr>
              <a:t>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206240"/>
            <a:ext cx="25603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3A2A4D"/>
                </a:solidFill>
                <a:latin typeface="Verdana"/>
              </a:rPr>
              <a:t>sad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194560"/>
            <a:ext cx="25603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600" b="1">
                <a:solidFill>
                  <a:srgbClr val="3A2A4D"/>
                </a:solidFill>
                <a:latin typeface="Verdana"/>
              </a:rPr>
              <a:t>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4206240"/>
            <a:ext cx="25603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3A2A4D"/>
                </a:solidFill>
                <a:latin typeface="Verdana"/>
              </a:rPr>
              <a:t>angry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7B1FA2"/>
                </a:solidFill>
                <a:latin typeface="Verdana"/>
              </a:rPr>
              <a:t>Read! 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737360"/>
            <a:ext cx="9601200" cy="4023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1920240"/>
            <a:ext cx="9235440" cy="3566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7B1FA2"/>
                </a:solidFill>
                <a:latin typeface="Verdana"/>
              </a:rPr>
              <a:t>sat</a:t>
            </a:r>
            <a:r>
              <a:rPr sz="3800">
                <a:latin typeface="Verdana"/>
              </a:rPr>
              <a:t>    </a:t>
            </a:r>
            <a:r>
              <a:rPr sz="3800" b="1">
                <a:solidFill>
                  <a:srgbClr val="0E7490"/>
                </a:solidFill>
                <a:latin typeface="Verdana"/>
              </a:rPr>
              <a:t>pin</a:t>
            </a:r>
            <a:r>
              <a:rPr sz="3800">
                <a:latin typeface="Verdana"/>
              </a:rPr>
              <a:t>    </a:t>
            </a:r>
            <a:r>
              <a:rPr sz="3800" b="1">
                <a:solidFill>
                  <a:srgbClr val="3A2A4D"/>
                </a:solidFill>
                <a:latin typeface="Verdana"/>
              </a:rPr>
              <a:t>ten</a:t>
            </a:r>
            <a:r>
              <a:rPr sz="3800">
                <a:latin typeface="Verdana"/>
              </a:rPr>
              <a:t>    </a:t>
            </a:r>
            <a:r>
              <a:rPr sz="3800" b="1">
                <a:solidFill>
                  <a:srgbClr val="1565C0"/>
                </a:solidFill>
                <a:latin typeface="Verdana"/>
              </a:rPr>
              <a:t>red</a:t>
            </a:r>
          </a:p>
          <a:p>
            <a:pPr algn="ctr"/>
            <a:r>
              <a:rPr sz="3800" b="1">
                <a:solidFill>
                  <a:srgbClr val="7B1FA2"/>
                </a:solidFill>
                <a:latin typeface="Verdana"/>
              </a:rPr>
              <a:t>kit</a:t>
            </a:r>
            <a:r>
              <a:rPr sz="3800">
                <a:latin typeface="Verdana"/>
              </a:rPr>
              <a:t>    </a:t>
            </a:r>
            <a:r>
              <a:rPr sz="3800" b="1">
                <a:solidFill>
                  <a:srgbClr val="0E7490"/>
                </a:solidFill>
                <a:latin typeface="Verdana"/>
              </a:rPr>
              <a:t>dad</a:t>
            </a:r>
            <a:r>
              <a:rPr sz="3800">
                <a:latin typeface="Verdana"/>
              </a:rPr>
              <a:t>    </a:t>
            </a:r>
            <a:r>
              <a:rPr sz="3800" b="1">
                <a:solidFill>
                  <a:srgbClr val="3A2A4D"/>
                </a:solidFill>
                <a:latin typeface="Verdana"/>
              </a:rPr>
              <a:t>rat</a:t>
            </a:r>
            <a:r>
              <a:rPr sz="3800">
                <a:latin typeface="Verdana"/>
              </a:rPr>
              <a:t>    </a:t>
            </a:r>
            <a:r>
              <a:rPr sz="3800" b="1">
                <a:solidFill>
                  <a:srgbClr val="1565C0"/>
                </a:solidFill>
                <a:latin typeface="Verdana"/>
              </a:rPr>
              <a:t>pen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0"/>
            <a:ext cx="11094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1565C0"/>
                </a:solidFill>
                <a:latin typeface="Verdana"/>
              </a:rPr>
              <a:t>HW check 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7B1FA2"/>
                </a:solidFill>
                <a:latin typeface="Verdana"/>
              </a:rPr>
              <a:t>Colours 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0">
                <a:solidFill>
                  <a:srgbClr val="6B7280"/>
                </a:solidFill>
                <a:latin typeface="Trebuchet MS"/>
              </a:rPr>
              <a:t>Click the colour!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80160" y="1783080"/>
            <a:ext cx="960120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>
            <a:hlinkClick action="ppaction://hlinksldjump" r:id="rId2"/>
          </p:cNvPr>
          <p:cNvSpPr/>
          <p:nvPr/>
        </p:nvSpPr>
        <p:spPr>
          <a:xfrm>
            <a:off x="2194560" y="2011680"/>
            <a:ext cx="998524" cy="1426464"/>
          </a:xfrm>
          <a:prstGeom prst="ellipse">
            <a:avLst/>
          </a:prstGeom>
          <a:solidFill>
            <a:srgbClr val="FD2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10800000">
            <a:off x="2615366" y="3409614"/>
            <a:ext cx="156911" cy="114117"/>
          </a:xfrm>
          <a:prstGeom prst="triangle">
            <a:avLst/>
          </a:prstGeom>
          <a:solidFill>
            <a:srgbClr val="FD2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rc 8"/>
          <p:cNvSpPr/>
          <p:nvPr/>
        </p:nvSpPr>
        <p:spPr>
          <a:xfrm>
            <a:off x="2565440" y="3509467"/>
            <a:ext cx="256763" cy="370880"/>
          </a:xfrm>
          <a:prstGeom prst="arc">
            <a:avLst/>
          </a:prstGeom>
          <a:noFill/>
          <a:ln w="22225">
            <a:solidFill>
              <a:srgbClr val="FD20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344338" y="2482413"/>
            <a:ext cx="213969" cy="271028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391411" y="2525207"/>
            <a:ext cx="72749" cy="8130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29336" y="2482413"/>
            <a:ext cx="213969" cy="271028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76409" y="2525207"/>
            <a:ext cx="72749" cy="8130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180294" y="2781970"/>
            <a:ext cx="199704" cy="128381"/>
          </a:xfrm>
          <a:prstGeom prst="ellipse">
            <a:avLst/>
          </a:prstGeom>
          <a:solidFill>
            <a:srgbClr val="FFA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007644" y="2781970"/>
            <a:ext cx="199704" cy="128381"/>
          </a:xfrm>
          <a:prstGeom prst="ellipse">
            <a:avLst/>
          </a:prstGeom>
          <a:solidFill>
            <a:srgbClr val="FFA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551175" y="2796235"/>
            <a:ext cx="285292" cy="185440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>
            <a:hlinkClick action="ppaction://hlinksldjump" r:id="rId3"/>
          </p:cNvPr>
          <p:cNvSpPr/>
          <p:nvPr/>
        </p:nvSpPr>
        <p:spPr>
          <a:xfrm>
            <a:off x="5029200" y="2011680"/>
            <a:ext cx="998524" cy="1426464"/>
          </a:xfrm>
          <a:prstGeom prst="ellipse">
            <a:avLst/>
          </a:prstGeom>
          <a:solidFill>
            <a:srgbClr val="67C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Isosceles Triangle 17"/>
          <p:cNvSpPr/>
          <p:nvPr/>
        </p:nvSpPr>
        <p:spPr>
          <a:xfrm rot="10800000">
            <a:off x="5450006" y="3409614"/>
            <a:ext cx="156911" cy="114117"/>
          </a:xfrm>
          <a:prstGeom prst="triangle">
            <a:avLst/>
          </a:prstGeom>
          <a:solidFill>
            <a:srgbClr val="67C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rc 18"/>
          <p:cNvSpPr/>
          <p:nvPr/>
        </p:nvSpPr>
        <p:spPr>
          <a:xfrm>
            <a:off x="5400080" y="3509467"/>
            <a:ext cx="256763" cy="370880"/>
          </a:xfrm>
          <a:prstGeom prst="arc">
            <a:avLst/>
          </a:prstGeom>
          <a:noFill/>
          <a:ln w="22225">
            <a:solidFill>
              <a:srgbClr val="67C1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178978" y="2482413"/>
            <a:ext cx="213969" cy="271028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226051" y="2525207"/>
            <a:ext cx="72749" cy="8130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63976" y="2482413"/>
            <a:ext cx="213969" cy="271028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711049" y="2525207"/>
            <a:ext cx="72749" cy="8130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014934" y="2781970"/>
            <a:ext cx="199704" cy="128381"/>
          </a:xfrm>
          <a:prstGeom prst="ellipse">
            <a:avLst/>
          </a:prstGeom>
          <a:solidFill>
            <a:srgbClr val="FFA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842284" y="2781970"/>
            <a:ext cx="199704" cy="128381"/>
          </a:xfrm>
          <a:prstGeom prst="ellipse">
            <a:avLst/>
          </a:prstGeom>
          <a:solidFill>
            <a:srgbClr val="FFA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385815" y="2796235"/>
            <a:ext cx="285292" cy="185440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>
            <a:hlinkClick action="ppaction://hlinksldjump" r:id="rId4"/>
          </p:cNvPr>
          <p:cNvSpPr/>
          <p:nvPr/>
        </p:nvSpPr>
        <p:spPr>
          <a:xfrm>
            <a:off x="7863840" y="2011680"/>
            <a:ext cx="998524" cy="1426464"/>
          </a:xfrm>
          <a:prstGeom prst="ellipse">
            <a:avLst/>
          </a:prstGeom>
          <a:solidFill>
            <a:srgbClr val="009D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Isosceles Triangle 27"/>
          <p:cNvSpPr/>
          <p:nvPr/>
        </p:nvSpPr>
        <p:spPr>
          <a:xfrm rot="10800000">
            <a:off x="8284646" y="3409614"/>
            <a:ext cx="156911" cy="114117"/>
          </a:xfrm>
          <a:prstGeom prst="triangle">
            <a:avLst/>
          </a:prstGeom>
          <a:solidFill>
            <a:srgbClr val="009D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Arc 28"/>
          <p:cNvSpPr/>
          <p:nvPr/>
        </p:nvSpPr>
        <p:spPr>
          <a:xfrm>
            <a:off x="8234720" y="3509467"/>
            <a:ext cx="256763" cy="370880"/>
          </a:xfrm>
          <a:prstGeom prst="arc">
            <a:avLst/>
          </a:prstGeom>
          <a:noFill/>
          <a:ln w="22225">
            <a:solidFill>
              <a:srgbClr val="009D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13618" y="2482413"/>
            <a:ext cx="213969" cy="271028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060691" y="2525207"/>
            <a:ext cx="72749" cy="8130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498616" y="2482413"/>
            <a:ext cx="213969" cy="271028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545689" y="2525207"/>
            <a:ext cx="72749" cy="8130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849574" y="2781970"/>
            <a:ext cx="199704" cy="128381"/>
          </a:xfrm>
          <a:prstGeom prst="ellipse">
            <a:avLst/>
          </a:prstGeom>
          <a:solidFill>
            <a:srgbClr val="FFA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676924" y="2781970"/>
            <a:ext cx="199704" cy="128381"/>
          </a:xfrm>
          <a:prstGeom prst="ellipse">
            <a:avLst/>
          </a:prstGeom>
          <a:solidFill>
            <a:srgbClr val="FFA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220455" y="2796235"/>
            <a:ext cx="285292" cy="185440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>
            <a:hlinkClick action="ppaction://hlinksldjump" r:id="rId5"/>
          </p:cNvPr>
          <p:cNvSpPr/>
          <p:nvPr/>
        </p:nvSpPr>
        <p:spPr>
          <a:xfrm>
            <a:off x="2194560" y="4023360"/>
            <a:ext cx="998524" cy="1426464"/>
          </a:xfrm>
          <a:prstGeom prst="ellipse">
            <a:avLst/>
          </a:prstGeom>
          <a:solidFill>
            <a:srgbClr val="FE7E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Isosceles Triangle 37"/>
          <p:cNvSpPr/>
          <p:nvPr/>
        </p:nvSpPr>
        <p:spPr>
          <a:xfrm rot="10800000">
            <a:off x="2615366" y="5421294"/>
            <a:ext cx="156911" cy="114117"/>
          </a:xfrm>
          <a:prstGeom prst="triangle">
            <a:avLst/>
          </a:prstGeom>
          <a:solidFill>
            <a:srgbClr val="FE7E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Arc 38"/>
          <p:cNvSpPr/>
          <p:nvPr/>
        </p:nvSpPr>
        <p:spPr>
          <a:xfrm>
            <a:off x="2565440" y="5521147"/>
            <a:ext cx="256763" cy="370880"/>
          </a:xfrm>
          <a:prstGeom prst="arc">
            <a:avLst/>
          </a:prstGeom>
          <a:noFill/>
          <a:ln w="22225">
            <a:solidFill>
              <a:srgbClr val="FE7E0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344338" y="4494093"/>
            <a:ext cx="213969" cy="271028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391411" y="4536887"/>
            <a:ext cx="72749" cy="8130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829336" y="4494093"/>
            <a:ext cx="213969" cy="271028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876409" y="4536887"/>
            <a:ext cx="72749" cy="8130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180294" y="4793650"/>
            <a:ext cx="199704" cy="128381"/>
          </a:xfrm>
          <a:prstGeom prst="ellipse">
            <a:avLst/>
          </a:prstGeom>
          <a:solidFill>
            <a:srgbClr val="FFA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007644" y="4793650"/>
            <a:ext cx="199704" cy="128381"/>
          </a:xfrm>
          <a:prstGeom prst="ellipse">
            <a:avLst/>
          </a:prstGeom>
          <a:solidFill>
            <a:srgbClr val="FFA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551175" y="4807915"/>
            <a:ext cx="285292" cy="185440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>
            <a:hlinkClick action="ppaction://hlinksldjump" r:id="rId6"/>
          </p:cNvPr>
          <p:cNvSpPr/>
          <p:nvPr/>
        </p:nvSpPr>
        <p:spPr>
          <a:xfrm>
            <a:off x="5029200" y="4023360"/>
            <a:ext cx="998524" cy="1426464"/>
          </a:xfrm>
          <a:prstGeom prst="ellipse">
            <a:avLst/>
          </a:prstGeom>
          <a:solidFill>
            <a:srgbClr val="FF69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Isosceles Triangle 47"/>
          <p:cNvSpPr/>
          <p:nvPr/>
        </p:nvSpPr>
        <p:spPr>
          <a:xfrm rot="10800000">
            <a:off x="5450006" y="5421294"/>
            <a:ext cx="156911" cy="114117"/>
          </a:xfrm>
          <a:prstGeom prst="triangle">
            <a:avLst/>
          </a:prstGeom>
          <a:solidFill>
            <a:srgbClr val="FF69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Arc 48"/>
          <p:cNvSpPr/>
          <p:nvPr/>
        </p:nvSpPr>
        <p:spPr>
          <a:xfrm>
            <a:off x="5400080" y="5521147"/>
            <a:ext cx="256763" cy="370880"/>
          </a:xfrm>
          <a:prstGeom prst="arc">
            <a:avLst/>
          </a:prstGeom>
          <a:noFill/>
          <a:ln w="22225">
            <a:solidFill>
              <a:srgbClr val="FF69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178978" y="4494093"/>
            <a:ext cx="213969" cy="271028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226051" y="4536887"/>
            <a:ext cx="72749" cy="8130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5663976" y="4494093"/>
            <a:ext cx="213969" cy="271028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5711049" y="4536887"/>
            <a:ext cx="72749" cy="8130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5014934" y="4793650"/>
            <a:ext cx="199704" cy="128381"/>
          </a:xfrm>
          <a:prstGeom prst="ellipse">
            <a:avLst/>
          </a:prstGeom>
          <a:solidFill>
            <a:srgbClr val="FFA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5842284" y="4793650"/>
            <a:ext cx="199704" cy="128381"/>
          </a:xfrm>
          <a:prstGeom prst="ellipse">
            <a:avLst/>
          </a:prstGeom>
          <a:solidFill>
            <a:srgbClr val="FFA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5385815" y="4807915"/>
            <a:ext cx="285292" cy="185440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>
            <a:hlinkClick action="ppaction://hlinksldjump" r:id="rId7"/>
          </p:cNvPr>
          <p:cNvSpPr/>
          <p:nvPr/>
        </p:nvSpPr>
        <p:spPr>
          <a:xfrm>
            <a:off x="7863840" y="4023360"/>
            <a:ext cx="998524" cy="1426464"/>
          </a:xfrm>
          <a:prstGeom prst="ellipse">
            <a:avLst/>
          </a:prstGeom>
          <a:solidFill>
            <a:srgbClr val="FFD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Isosceles Triangle 57"/>
          <p:cNvSpPr/>
          <p:nvPr/>
        </p:nvSpPr>
        <p:spPr>
          <a:xfrm rot="10800000">
            <a:off x="8284646" y="5421294"/>
            <a:ext cx="156911" cy="114117"/>
          </a:xfrm>
          <a:prstGeom prst="triangle">
            <a:avLst/>
          </a:prstGeom>
          <a:solidFill>
            <a:srgbClr val="FFD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Arc 58"/>
          <p:cNvSpPr/>
          <p:nvPr/>
        </p:nvSpPr>
        <p:spPr>
          <a:xfrm>
            <a:off x="8234720" y="5521147"/>
            <a:ext cx="256763" cy="370880"/>
          </a:xfrm>
          <a:prstGeom prst="arc">
            <a:avLst/>
          </a:prstGeom>
          <a:noFill/>
          <a:ln w="22225">
            <a:solidFill>
              <a:srgbClr val="FFD70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8013618" y="4494093"/>
            <a:ext cx="213969" cy="271028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8060691" y="4536887"/>
            <a:ext cx="72749" cy="8130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8498616" y="4494093"/>
            <a:ext cx="213969" cy="271028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8545689" y="4536887"/>
            <a:ext cx="72749" cy="8130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849574" y="4793650"/>
            <a:ext cx="199704" cy="128381"/>
          </a:xfrm>
          <a:prstGeom prst="ellipse">
            <a:avLst/>
          </a:prstGeom>
          <a:solidFill>
            <a:srgbClr val="FFA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676924" y="4793650"/>
            <a:ext cx="199704" cy="128381"/>
          </a:xfrm>
          <a:prstGeom prst="ellipse">
            <a:avLst/>
          </a:prstGeom>
          <a:solidFill>
            <a:srgbClr val="FFA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220455" y="4807915"/>
            <a:ext cx="285292" cy="185440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7B1FA2"/>
                </a:solidFill>
                <a:latin typeface="Verdana"/>
              </a:rPr>
              <a:t>red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0" y="1554480"/>
            <a:ext cx="4480560" cy="37490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135880" y="1828800"/>
            <a:ext cx="1697491" cy="2424988"/>
          </a:xfrm>
          <a:prstGeom prst="ellipse">
            <a:avLst/>
          </a:prstGeom>
          <a:solidFill>
            <a:srgbClr val="FD2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10800000">
            <a:off x="5851250" y="4205288"/>
            <a:ext cx="266748" cy="193999"/>
          </a:xfrm>
          <a:prstGeom prst="triangle">
            <a:avLst/>
          </a:prstGeom>
          <a:solidFill>
            <a:srgbClr val="FD2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Arc 7"/>
          <p:cNvSpPr/>
          <p:nvPr/>
        </p:nvSpPr>
        <p:spPr>
          <a:xfrm>
            <a:off x="5766376" y="4375037"/>
            <a:ext cx="436497" cy="630496"/>
          </a:xfrm>
          <a:prstGeom prst="arc">
            <a:avLst/>
          </a:prstGeom>
          <a:noFill/>
          <a:ln w="22225">
            <a:solidFill>
              <a:srgbClr val="FD20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390503" y="2629046"/>
            <a:ext cx="363748" cy="460747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470527" y="2701795"/>
            <a:ext cx="123674" cy="1382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214998" y="2629046"/>
            <a:ext cx="363748" cy="460747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295023" y="2701795"/>
            <a:ext cx="123674" cy="1382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111629" y="3138293"/>
            <a:ext cx="339498" cy="218248"/>
          </a:xfrm>
          <a:prstGeom prst="ellipse">
            <a:avLst/>
          </a:prstGeom>
          <a:solidFill>
            <a:srgbClr val="FFA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518122" y="3138293"/>
            <a:ext cx="339498" cy="218248"/>
          </a:xfrm>
          <a:prstGeom prst="ellipse">
            <a:avLst/>
          </a:prstGeom>
          <a:solidFill>
            <a:srgbClr val="FFA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742126" y="3162543"/>
            <a:ext cx="484997" cy="315248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>
            <a:hlinkClick action="ppaction://hlinksldjump" r:id="rId2"/>
          </p:cNvPr>
          <p:cNvSpPr/>
          <p:nvPr/>
        </p:nvSpPr>
        <p:spPr>
          <a:xfrm>
            <a:off x="4937760" y="5577840"/>
            <a:ext cx="2286000" cy="731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6B7280"/>
                </a:solidFill>
                <a:latin typeface="Verdana"/>
              </a:rPr>
              <a:t>↩ Back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7B1FA2"/>
                </a:solidFill>
                <a:latin typeface="Verdana"/>
              </a:rPr>
              <a:t>green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0" y="1554480"/>
            <a:ext cx="4480560" cy="37490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135880" y="1828800"/>
            <a:ext cx="1697491" cy="2424988"/>
          </a:xfrm>
          <a:prstGeom prst="ellipse">
            <a:avLst/>
          </a:prstGeom>
          <a:solidFill>
            <a:srgbClr val="67C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10800000">
            <a:off x="5851250" y="4205288"/>
            <a:ext cx="266748" cy="193999"/>
          </a:xfrm>
          <a:prstGeom prst="triangle">
            <a:avLst/>
          </a:prstGeom>
          <a:solidFill>
            <a:srgbClr val="67C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Arc 7"/>
          <p:cNvSpPr/>
          <p:nvPr/>
        </p:nvSpPr>
        <p:spPr>
          <a:xfrm>
            <a:off x="5766376" y="4375037"/>
            <a:ext cx="436497" cy="630496"/>
          </a:xfrm>
          <a:prstGeom prst="arc">
            <a:avLst/>
          </a:prstGeom>
          <a:noFill/>
          <a:ln w="22225">
            <a:solidFill>
              <a:srgbClr val="67C1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390503" y="2629046"/>
            <a:ext cx="363748" cy="460747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470527" y="2701795"/>
            <a:ext cx="123674" cy="1382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214998" y="2629046"/>
            <a:ext cx="363748" cy="460747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295023" y="2701795"/>
            <a:ext cx="123674" cy="1382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111629" y="3138293"/>
            <a:ext cx="339498" cy="218248"/>
          </a:xfrm>
          <a:prstGeom prst="ellipse">
            <a:avLst/>
          </a:prstGeom>
          <a:solidFill>
            <a:srgbClr val="FFA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518122" y="3138293"/>
            <a:ext cx="339498" cy="218248"/>
          </a:xfrm>
          <a:prstGeom prst="ellipse">
            <a:avLst/>
          </a:prstGeom>
          <a:solidFill>
            <a:srgbClr val="FFA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742126" y="3162543"/>
            <a:ext cx="484997" cy="315248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>
            <a:hlinkClick action="ppaction://hlinksldjump" r:id="rId2"/>
          </p:cNvPr>
          <p:cNvSpPr/>
          <p:nvPr/>
        </p:nvSpPr>
        <p:spPr>
          <a:xfrm>
            <a:off x="4937760" y="5577840"/>
            <a:ext cx="2286000" cy="731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6B7280"/>
                </a:solidFill>
                <a:latin typeface="Verdana"/>
              </a:rPr>
              <a:t>↩ Back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7B1FA2"/>
                </a:solidFill>
                <a:latin typeface="Verdana"/>
              </a:rPr>
              <a:t>blue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0" y="1554480"/>
            <a:ext cx="4480560" cy="37490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135880" y="1828800"/>
            <a:ext cx="1697491" cy="2424988"/>
          </a:xfrm>
          <a:prstGeom prst="ellipse">
            <a:avLst/>
          </a:prstGeom>
          <a:solidFill>
            <a:srgbClr val="009D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10800000">
            <a:off x="5851250" y="4205288"/>
            <a:ext cx="266748" cy="193999"/>
          </a:xfrm>
          <a:prstGeom prst="triangle">
            <a:avLst/>
          </a:prstGeom>
          <a:solidFill>
            <a:srgbClr val="009D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Arc 7"/>
          <p:cNvSpPr/>
          <p:nvPr/>
        </p:nvSpPr>
        <p:spPr>
          <a:xfrm>
            <a:off x="5766376" y="4375037"/>
            <a:ext cx="436497" cy="630496"/>
          </a:xfrm>
          <a:prstGeom prst="arc">
            <a:avLst/>
          </a:prstGeom>
          <a:noFill/>
          <a:ln w="22225">
            <a:solidFill>
              <a:srgbClr val="009D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390503" y="2629046"/>
            <a:ext cx="363748" cy="460747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470527" y="2701795"/>
            <a:ext cx="123674" cy="1382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214998" y="2629046"/>
            <a:ext cx="363748" cy="460747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295023" y="2701795"/>
            <a:ext cx="123674" cy="1382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111629" y="3138293"/>
            <a:ext cx="339498" cy="218248"/>
          </a:xfrm>
          <a:prstGeom prst="ellipse">
            <a:avLst/>
          </a:prstGeom>
          <a:solidFill>
            <a:srgbClr val="FFA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518122" y="3138293"/>
            <a:ext cx="339498" cy="218248"/>
          </a:xfrm>
          <a:prstGeom prst="ellipse">
            <a:avLst/>
          </a:prstGeom>
          <a:solidFill>
            <a:srgbClr val="FFA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742126" y="3162543"/>
            <a:ext cx="484997" cy="315248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>
            <a:hlinkClick action="ppaction://hlinksldjump" r:id="rId2"/>
          </p:cNvPr>
          <p:cNvSpPr/>
          <p:nvPr/>
        </p:nvSpPr>
        <p:spPr>
          <a:xfrm>
            <a:off x="4937760" y="5577840"/>
            <a:ext cx="2286000" cy="731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6B7280"/>
                </a:solidFill>
                <a:latin typeface="Verdana"/>
              </a:rPr>
              <a:t>↩ Back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7B1FA2"/>
                </a:solidFill>
                <a:latin typeface="Verdana"/>
              </a:rPr>
              <a:t>orange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0" y="1554480"/>
            <a:ext cx="4480560" cy="37490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135880" y="1828800"/>
            <a:ext cx="1697491" cy="2424988"/>
          </a:xfrm>
          <a:prstGeom prst="ellipse">
            <a:avLst/>
          </a:prstGeom>
          <a:solidFill>
            <a:srgbClr val="FE7E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10800000">
            <a:off x="5851250" y="4205288"/>
            <a:ext cx="266748" cy="193999"/>
          </a:xfrm>
          <a:prstGeom prst="triangle">
            <a:avLst/>
          </a:prstGeom>
          <a:solidFill>
            <a:srgbClr val="FE7E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Arc 7"/>
          <p:cNvSpPr/>
          <p:nvPr/>
        </p:nvSpPr>
        <p:spPr>
          <a:xfrm>
            <a:off x="5766376" y="4375037"/>
            <a:ext cx="436497" cy="630496"/>
          </a:xfrm>
          <a:prstGeom prst="arc">
            <a:avLst/>
          </a:prstGeom>
          <a:noFill/>
          <a:ln w="22225">
            <a:solidFill>
              <a:srgbClr val="FE7E0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390503" y="2629046"/>
            <a:ext cx="363748" cy="460747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470527" y="2701795"/>
            <a:ext cx="123674" cy="1382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214998" y="2629046"/>
            <a:ext cx="363748" cy="460747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295023" y="2701795"/>
            <a:ext cx="123674" cy="1382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111629" y="3138293"/>
            <a:ext cx="339498" cy="218248"/>
          </a:xfrm>
          <a:prstGeom prst="ellipse">
            <a:avLst/>
          </a:prstGeom>
          <a:solidFill>
            <a:srgbClr val="FFA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518122" y="3138293"/>
            <a:ext cx="339498" cy="218248"/>
          </a:xfrm>
          <a:prstGeom prst="ellipse">
            <a:avLst/>
          </a:prstGeom>
          <a:solidFill>
            <a:srgbClr val="FFA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742126" y="3162543"/>
            <a:ext cx="484997" cy="315248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>
            <a:hlinkClick action="ppaction://hlinksldjump" r:id="rId2"/>
          </p:cNvPr>
          <p:cNvSpPr/>
          <p:nvPr/>
        </p:nvSpPr>
        <p:spPr>
          <a:xfrm>
            <a:off x="4937760" y="5577840"/>
            <a:ext cx="2286000" cy="731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6B7280"/>
                </a:solidFill>
                <a:latin typeface="Verdana"/>
              </a:rPr>
              <a:t>↩ Back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7B1FA2"/>
                </a:solidFill>
                <a:latin typeface="Verdana"/>
              </a:rPr>
              <a:t>pink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0" y="1554480"/>
            <a:ext cx="4480560" cy="37490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135880" y="1828800"/>
            <a:ext cx="1697491" cy="2424988"/>
          </a:xfrm>
          <a:prstGeom prst="ellipse">
            <a:avLst/>
          </a:prstGeom>
          <a:solidFill>
            <a:srgbClr val="FF69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10800000">
            <a:off x="5851250" y="4205288"/>
            <a:ext cx="266748" cy="193999"/>
          </a:xfrm>
          <a:prstGeom prst="triangle">
            <a:avLst/>
          </a:prstGeom>
          <a:solidFill>
            <a:srgbClr val="FF69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Arc 7"/>
          <p:cNvSpPr/>
          <p:nvPr/>
        </p:nvSpPr>
        <p:spPr>
          <a:xfrm>
            <a:off x="5766376" y="4375037"/>
            <a:ext cx="436497" cy="630496"/>
          </a:xfrm>
          <a:prstGeom prst="arc">
            <a:avLst/>
          </a:prstGeom>
          <a:noFill/>
          <a:ln w="22225">
            <a:solidFill>
              <a:srgbClr val="FF69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390503" y="2629046"/>
            <a:ext cx="363748" cy="460747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470527" y="2701795"/>
            <a:ext cx="123674" cy="1382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214998" y="2629046"/>
            <a:ext cx="363748" cy="460747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295023" y="2701795"/>
            <a:ext cx="123674" cy="1382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111629" y="3138293"/>
            <a:ext cx="339498" cy="218248"/>
          </a:xfrm>
          <a:prstGeom prst="ellipse">
            <a:avLst/>
          </a:prstGeom>
          <a:solidFill>
            <a:srgbClr val="FFA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518122" y="3138293"/>
            <a:ext cx="339498" cy="218248"/>
          </a:xfrm>
          <a:prstGeom prst="ellipse">
            <a:avLst/>
          </a:prstGeom>
          <a:solidFill>
            <a:srgbClr val="FFA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742126" y="3162543"/>
            <a:ext cx="484997" cy="315248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>
            <a:hlinkClick action="ppaction://hlinksldjump" r:id="rId2"/>
          </p:cNvPr>
          <p:cNvSpPr/>
          <p:nvPr/>
        </p:nvSpPr>
        <p:spPr>
          <a:xfrm>
            <a:off x="4937760" y="5577840"/>
            <a:ext cx="2286000" cy="731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6B7280"/>
                </a:solidFill>
                <a:latin typeface="Verdana"/>
              </a:rPr>
              <a:t>↩ Back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7B1FA2"/>
                </a:solidFill>
                <a:latin typeface="Verdana"/>
              </a:rPr>
              <a:t>yellow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0" y="1554480"/>
            <a:ext cx="4480560" cy="37490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135880" y="1828800"/>
            <a:ext cx="1697491" cy="2424988"/>
          </a:xfrm>
          <a:prstGeom prst="ellipse">
            <a:avLst/>
          </a:prstGeom>
          <a:solidFill>
            <a:srgbClr val="FFD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10800000">
            <a:off x="5851250" y="4205288"/>
            <a:ext cx="266748" cy="193999"/>
          </a:xfrm>
          <a:prstGeom prst="triangle">
            <a:avLst/>
          </a:prstGeom>
          <a:solidFill>
            <a:srgbClr val="FFD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Arc 7"/>
          <p:cNvSpPr/>
          <p:nvPr/>
        </p:nvSpPr>
        <p:spPr>
          <a:xfrm>
            <a:off x="5766376" y="4375037"/>
            <a:ext cx="436497" cy="630496"/>
          </a:xfrm>
          <a:prstGeom prst="arc">
            <a:avLst/>
          </a:prstGeom>
          <a:noFill/>
          <a:ln w="22225">
            <a:solidFill>
              <a:srgbClr val="FFD70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390503" y="2629046"/>
            <a:ext cx="363748" cy="460747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470527" y="2701795"/>
            <a:ext cx="123674" cy="1382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214998" y="2629046"/>
            <a:ext cx="363748" cy="460747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295023" y="2701795"/>
            <a:ext cx="123674" cy="1382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111629" y="3138293"/>
            <a:ext cx="339498" cy="218248"/>
          </a:xfrm>
          <a:prstGeom prst="ellipse">
            <a:avLst/>
          </a:prstGeom>
          <a:solidFill>
            <a:srgbClr val="FFA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518122" y="3138293"/>
            <a:ext cx="339498" cy="218248"/>
          </a:xfrm>
          <a:prstGeom prst="ellipse">
            <a:avLst/>
          </a:prstGeom>
          <a:solidFill>
            <a:srgbClr val="FFA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742126" y="3162543"/>
            <a:ext cx="484997" cy="315248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>
            <a:hlinkClick action="ppaction://hlinksldjump" r:id="rId2"/>
          </p:cNvPr>
          <p:cNvSpPr/>
          <p:nvPr/>
        </p:nvSpPr>
        <p:spPr>
          <a:xfrm>
            <a:off x="4937760" y="5577840"/>
            <a:ext cx="2286000" cy="731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6B7280"/>
                </a:solidFill>
                <a:latin typeface="Verdana"/>
              </a:rPr>
              <a:t>↩ Back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1565C0"/>
                </a:solidFill>
                <a:latin typeface="Verdana"/>
              </a:rPr>
              <a:t>How many? 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737360"/>
            <a:ext cx="960120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689860" y="2103120"/>
            <a:ext cx="1298082" cy="1854403"/>
          </a:xfrm>
          <a:prstGeom prst="ellipse">
            <a:avLst/>
          </a:prstGeom>
          <a:solidFill>
            <a:srgbClr val="FD2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10800000">
            <a:off x="3236908" y="3920434"/>
            <a:ext cx="203984" cy="148352"/>
          </a:xfrm>
          <a:prstGeom prst="triangle">
            <a:avLst/>
          </a:prstGeom>
          <a:solidFill>
            <a:srgbClr val="FD2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Arc 7"/>
          <p:cNvSpPr/>
          <p:nvPr/>
        </p:nvSpPr>
        <p:spPr>
          <a:xfrm>
            <a:off x="3172004" y="4050243"/>
            <a:ext cx="333792" cy="482144"/>
          </a:xfrm>
          <a:prstGeom prst="arc">
            <a:avLst/>
          </a:prstGeom>
          <a:noFill/>
          <a:ln w="22225">
            <a:solidFill>
              <a:srgbClr val="FD20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884572" y="2715072"/>
            <a:ext cx="278160" cy="352336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945767" y="2770705"/>
            <a:ext cx="94574" cy="1057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515069" y="2715072"/>
            <a:ext cx="278160" cy="352336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576264" y="2770705"/>
            <a:ext cx="94574" cy="1057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1315" y="3104497"/>
            <a:ext cx="259616" cy="166896"/>
          </a:xfrm>
          <a:prstGeom prst="ellipse">
            <a:avLst/>
          </a:prstGeom>
          <a:solidFill>
            <a:srgbClr val="FFA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746869" y="3104497"/>
            <a:ext cx="259616" cy="166896"/>
          </a:xfrm>
          <a:prstGeom prst="ellipse">
            <a:avLst/>
          </a:prstGeom>
          <a:solidFill>
            <a:srgbClr val="FFA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153460" y="3123041"/>
            <a:ext cx="370880" cy="241072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72940" y="2103120"/>
            <a:ext cx="1298082" cy="1854403"/>
          </a:xfrm>
          <a:prstGeom prst="ellipse">
            <a:avLst/>
          </a:prstGeom>
          <a:solidFill>
            <a:srgbClr val="FD2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Isosceles Triangle 16"/>
          <p:cNvSpPr/>
          <p:nvPr/>
        </p:nvSpPr>
        <p:spPr>
          <a:xfrm rot="10800000">
            <a:off x="5019988" y="3920434"/>
            <a:ext cx="203984" cy="148352"/>
          </a:xfrm>
          <a:prstGeom prst="triangle">
            <a:avLst/>
          </a:prstGeom>
          <a:solidFill>
            <a:srgbClr val="FD2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4955084" y="4050243"/>
            <a:ext cx="333792" cy="482144"/>
          </a:xfrm>
          <a:prstGeom prst="arc">
            <a:avLst/>
          </a:prstGeom>
          <a:noFill/>
          <a:ln w="22225">
            <a:solidFill>
              <a:srgbClr val="FD20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667652" y="2715072"/>
            <a:ext cx="278160" cy="352336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728847" y="2770705"/>
            <a:ext cx="94574" cy="1057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298149" y="2715072"/>
            <a:ext cx="278160" cy="352336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359344" y="2770705"/>
            <a:ext cx="94574" cy="1057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54395" y="3104497"/>
            <a:ext cx="259616" cy="166896"/>
          </a:xfrm>
          <a:prstGeom prst="ellipse">
            <a:avLst/>
          </a:prstGeom>
          <a:solidFill>
            <a:srgbClr val="FFA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529949" y="3104497"/>
            <a:ext cx="259616" cy="166896"/>
          </a:xfrm>
          <a:prstGeom prst="ellipse">
            <a:avLst/>
          </a:prstGeom>
          <a:solidFill>
            <a:srgbClr val="FFA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936540" y="3123041"/>
            <a:ext cx="370880" cy="241072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256020" y="2103120"/>
            <a:ext cx="1298082" cy="1854403"/>
          </a:xfrm>
          <a:prstGeom prst="ellipse">
            <a:avLst/>
          </a:prstGeom>
          <a:solidFill>
            <a:srgbClr val="FD2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Isosceles Triangle 26"/>
          <p:cNvSpPr/>
          <p:nvPr/>
        </p:nvSpPr>
        <p:spPr>
          <a:xfrm rot="10800000">
            <a:off x="6803068" y="3920434"/>
            <a:ext cx="203984" cy="148352"/>
          </a:xfrm>
          <a:prstGeom prst="triangle">
            <a:avLst/>
          </a:prstGeom>
          <a:solidFill>
            <a:srgbClr val="FD2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Arc 27"/>
          <p:cNvSpPr/>
          <p:nvPr/>
        </p:nvSpPr>
        <p:spPr>
          <a:xfrm>
            <a:off x="6738164" y="4050243"/>
            <a:ext cx="333792" cy="482144"/>
          </a:xfrm>
          <a:prstGeom prst="arc">
            <a:avLst/>
          </a:prstGeom>
          <a:noFill/>
          <a:ln w="22225">
            <a:solidFill>
              <a:srgbClr val="FD20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50732" y="2715072"/>
            <a:ext cx="278160" cy="352336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11927" y="2770705"/>
            <a:ext cx="94574" cy="1057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81229" y="2715072"/>
            <a:ext cx="278160" cy="352336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142424" y="2770705"/>
            <a:ext cx="94574" cy="1057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237475" y="3104497"/>
            <a:ext cx="259616" cy="166896"/>
          </a:xfrm>
          <a:prstGeom prst="ellipse">
            <a:avLst/>
          </a:prstGeom>
          <a:solidFill>
            <a:srgbClr val="FFA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313029" y="3104497"/>
            <a:ext cx="259616" cy="166896"/>
          </a:xfrm>
          <a:prstGeom prst="ellipse">
            <a:avLst/>
          </a:prstGeom>
          <a:solidFill>
            <a:srgbClr val="FFA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719620" y="3123041"/>
            <a:ext cx="370880" cy="241072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039100" y="2103120"/>
            <a:ext cx="1298082" cy="1854403"/>
          </a:xfrm>
          <a:prstGeom prst="ellipse">
            <a:avLst/>
          </a:prstGeom>
          <a:solidFill>
            <a:srgbClr val="FD2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Isosceles Triangle 36"/>
          <p:cNvSpPr/>
          <p:nvPr/>
        </p:nvSpPr>
        <p:spPr>
          <a:xfrm rot="10800000">
            <a:off x="8586148" y="3920434"/>
            <a:ext cx="203984" cy="148352"/>
          </a:xfrm>
          <a:prstGeom prst="triangle">
            <a:avLst/>
          </a:prstGeom>
          <a:solidFill>
            <a:srgbClr val="FD2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Arc 37"/>
          <p:cNvSpPr/>
          <p:nvPr/>
        </p:nvSpPr>
        <p:spPr>
          <a:xfrm>
            <a:off x="8521244" y="4050243"/>
            <a:ext cx="333792" cy="482144"/>
          </a:xfrm>
          <a:prstGeom prst="arc">
            <a:avLst/>
          </a:prstGeom>
          <a:noFill/>
          <a:ln w="22225">
            <a:solidFill>
              <a:srgbClr val="FD20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233812" y="2715072"/>
            <a:ext cx="278160" cy="352336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295007" y="2770705"/>
            <a:ext cx="94574" cy="1057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864309" y="2715072"/>
            <a:ext cx="278160" cy="352336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925504" y="2770705"/>
            <a:ext cx="94574" cy="1057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020555" y="3104497"/>
            <a:ext cx="259616" cy="166896"/>
          </a:xfrm>
          <a:prstGeom prst="ellipse">
            <a:avLst/>
          </a:prstGeom>
          <a:solidFill>
            <a:srgbClr val="FFA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096109" y="3104497"/>
            <a:ext cx="259616" cy="166896"/>
          </a:xfrm>
          <a:prstGeom prst="ellipse">
            <a:avLst/>
          </a:prstGeom>
          <a:solidFill>
            <a:srgbClr val="FFA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02700" y="3123041"/>
            <a:ext cx="370880" cy="241072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>
            <a:hlinkClick action="ppaction://hlinksldjump" r:id="rId2"/>
          </p:cNvPr>
          <p:cNvSpPr/>
          <p:nvPr/>
        </p:nvSpPr>
        <p:spPr>
          <a:xfrm>
            <a:off x="4632960" y="530352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1565C0"/>
                </a:solidFill>
                <a:latin typeface="Verdana"/>
              </a:rPr>
              <a:t>Check →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1565C0"/>
                </a:solidFill>
                <a:latin typeface="Verdana"/>
              </a:rPr>
              <a:t>How many? 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737360"/>
            <a:ext cx="960120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798320" y="2103120"/>
            <a:ext cx="1298082" cy="1854403"/>
          </a:xfrm>
          <a:prstGeom prst="ellipse">
            <a:avLst/>
          </a:prstGeom>
          <a:solidFill>
            <a:srgbClr val="009D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10800000">
            <a:off x="2345368" y="3920434"/>
            <a:ext cx="203984" cy="148352"/>
          </a:xfrm>
          <a:prstGeom prst="triangle">
            <a:avLst/>
          </a:prstGeom>
          <a:solidFill>
            <a:srgbClr val="009D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Arc 7"/>
          <p:cNvSpPr/>
          <p:nvPr/>
        </p:nvSpPr>
        <p:spPr>
          <a:xfrm>
            <a:off x="2280464" y="4050243"/>
            <a:ext cx="333792" cy="482144"/>
          </a:xfrm>
          <a:prstGeom prst="arc">
            <a:avLst/>
          </a:prstGeom>
          <a:noFill/>
          <a:ln w="22225">
            <a:solidFill>
              <a:srgbClr val="009D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993032" y="2715072"/>
            <a:ext cx="278160" cy="352336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054227" y="2770705"/>
            <a:ext cx="94574" cy="1057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23529" y="2715072"/>
            <a:ext cx="278160" cy="352336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84724" y="2770705"/>
            <a:ext cx="94574" cy="1057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79775" y="3104497"/>
            <a:ext cx="259616" cy="166896"/>
          </a:xfrm>
          <a:prstGeom prst="ellipse">
            <a:avLst/>
          </a:prstGeom>
          <a:solidFill>
            <a:srgbClr val="FFA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855329" y="3104497"/>
            <a:ext cx="259616" cy="166896"/>
          </a:xfrm>
          <a:prstGeom prst="ellipse">
            <a:avLst/>
          </a:prstGeom>
          <a:solidFill>
            <a:srgbClr val="FFA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261920" y="3123041"/>
            <a:ext cx="370880" cy="241072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81400" y="2103120"/>
            <a:ext cx="1298082" cy="1854403"/>
          </a:xfrm>
          <a:prstGeom prst="ellipse">
            <a:avLst/>
          </a:prstGeom>
          <a:solidFill>
            <a:srgbClr val="009D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Isosceles Triangle 16"/>
          <p:cNvSpPr/>
          <p:nvPr/>
        </p:nvSpPr>
        <p:spPr>
          <a:xfrm rot="10800000">
            <a:off x="4128448" y="3920434"/>
            <a:ext cx="203984" cy="148352"/>
          </a:xfrm>
          <a:prstGeom prst="triangle">
            <a:avLst/>
          </a:prstGeom>
          <a:solidFill>
            <a:srgbClr val="009D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4063544" y="4050243"/>
            <a:ext cx="333792" cy="482144"/>
          </a:xfrm>
          <a:prstGeom prst="arc">
            <a:avLst/>
          </a:prstGeom>
          <a:noFill/>
          <a:ln w="22225">
            <a:solidFill>
              <a:srgbClr val="009D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776112" y="2715072"/>
            <a:ext cx="278160" cy="352336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837307" y="2770705"/>
            <a:ext cx="94574" cy="1057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06609" y="2715072"/>
            <a:ext cx="278160" cy="352336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467804" y="2770705"/>
            <a:ext cx="94574" cy="1057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562855" y="3104497"/>
            <a:ext cx="259616" cy="166896"/>
          </a:xfrm>
          <a:prstGeom prst="ellipse">
            <a:avLst/>
          </a:prstGeom>
          <a:solidFill>
            <a:srgbClr val="FFA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638409" y="3104497"/>
            <a:ext cx="259616" cy="166896"/>
          </a:xfrm>
          <a:prstGeom prst="ellipse">
            <a:avLst/>
          </a:prstGeom>
          <a:solidFill>
            <a:srgbClr val="FFA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045000" y="3123041"/>
            <a:ext cx="370880" cy="241072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364480" y="2103120"/>
            <a:ext cx="1298082" cy="1854403"/>
          </a:xfrm>
          <a:prstGeom prst="ellipse">
            <a:avLst/>
          </a:prstGeom>
          <a:solidFill>
            <a:srgbClr val="009D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Isosceles Triangle 26"/>
          <p:cNvSpPr/>
          <p:nvPr/>
        </p:nvSpPr>
        <p:spPr>
          <a:xfrm rot="10800000">
            <a:off x="5911528" y="3920434"/>
            <a:ext cx="203984" cy="148352"/>
          </a:xfrm>
          <a:prstGeom prst="triangle">
            <a:avLst/>
          </a:prstGeom>
          <a:solidFill>
            <a:srgbClr val="009D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Arc 27"/>
          <p:cNvSpPr/>
          <p:nvPr/>
        </p:nvSpPr>
        <p:spPr>
          <a:xfrm>
            <a:off x="5846624" y="4050243"/>
            <a:ext cx="333792" cy="482144"/>
          </a:xfrm>
          <a:prstGeom prst="arc">
            <a:avLst/>
          </a:prstGeom>
          <a:noFill/>
          <a:ln w="22225">
            <a:solidFill>
              <a:srgbClr val="009D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559192" y="2715072"/>
            <a:ext cx="278160" cy="352336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620387" y="2770705"/>
            <a:ext cx="94574" cy="1057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189689" y="2715072"/>
            <a:ext cx="278160" cy="352336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250884" y="2770705"/>
            <a:ext cx="94574" cy="1057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345935" y="3104497"/>
            <a:ext cx="259616" cy="166896"/>
          </a:xfrm>
          <a:prstGeom prst="ellipse">
            <a:avLst/>
          </a:prstGeom>
          <a:solidFill>
            <a:srgbClr val="FFA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21489" y="3104497"/>
            <a:ext cx="259616" cy="166896"/>
          </a:xfrm>
          <a:prstGeom prst="ellipse">
            <a:avLst/>
          </a:prstGeom>
          <a:solidFill>
            <a:srgbClr val="FFA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828080" y="3123041"/>
            <a:ext cx="370880" cy="241072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147560" y="2103120"/>
            <a:ext cx="1298082" cy="1854403"/>
          </a:xfrm>
          <a:prstGeom prst="ellipse">
            <a:avLst/>
          </a:prstGeom>
          <a:solidFill>
            <a:srgbClr val="009D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Isosceles Triangle 36"/>
          <p:cNvSpPr/>
          <p:nvPr/>
        </p:nvSpPr>
        <p:spPr>
          <a:xfrm rot="10800000">
            <a:off x="7694608" y="3920434"/>
            <a:ext cx="203984" cy="148352"/>
          </a:xfrm>
          <a:prstGeom prst="triangle">
            <a:avLst/>
          </a:prstGeom>
          <a:solidFill>
            <a:srgbClr val="009D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Arc 37"/>
          <p:cNvSpPr/>
          <p:nvPr/>
        </p:nvSpPr>
        <p:spPr>
          <a:xfrm>
            <a:off x="7629704" y="4050243"/>
            <a:ext cx="333792" cy="482144"/>
          </a:xfrm>
          <a:prstGeom prst="arc">
            <a:avLst/>
          </a:prstGeom>
          <a:noFill/>
          <a:ln w="22225">
            <a:solidFill>
              <a:srgbClr val="009D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342272" y="2715072"/>
            <a:ext cx="278160" cy="352336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403467" y="2770705"/>
            <a:ext cx="94574" cy="1057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972769" y="2715072"/>
            <a:ext cx="278160" cy="352336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033964" y="2770705"/>
            <a:ext cx="94574" cy="1057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129015" y="3104497"/>
            <a:ext cx="259616" cy="166896"/>
          </a:xfrm>
          <a:prstGeom prst="ellipse">
            <a:avLst/>
          </a:prstGeom>
          <a:solidFill>
            <a:srgbClr val="FFA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204569" y="3104497"/>
            <a:ext cx="259616" cy="166896"/>
          </a:xfrm>
          <a:prstGeom prst="ellipse">
            <a:avLst/>
          </a:prstGeom>
          <a:solidFill>
            <a:srgbClr val="FFA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611160" y="3123041"/>
            <a:ext cx="370880" cy="241072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930640" y="2103120"/>
            <a:ext cx="1298082" cy="1854403"/>
          </a:xfrm>
          <a:prstGeom prst="ellipse">
            <a:avLst/>
          </a:prstGeom>
          <a:solidFill>
            <a:srgbClr val="009D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Isosceles Triangle 46"/>
          <p:cNvSpPr/>
          <p:nvPr/>
        </p:nvSpPr>
        <p:spPr>
          <a:xfrm rot="10800000">
            <a:off x="9477688" y="3920434"/>
            <a:ext cx="203984" cy="148352"/>
          </a:xfrm>
          <a:prstGeom prst="triangle">
            <a:avLst/>
          </a:prstGeom>
          <a:solidFill>
            <a:srgbClr val="009D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Arc 47"/>
          <p:cNvSpPr/>
          <p:nvPr/>
        </p:nvSpPr>
        <p:spPr>
          <a:xfrm>
            <a:off x="9412784" y="4050243"/>
            <a:ext cx="333792" cy="482144"/>
          </a:xfrm>
          <a:prstGeom prst="arc">
            <a:avLst/>
          </a:prstGeom>
          <a:noFill/>
          <a:ln w="22225">
            <a:solidFill>
              <a:srgbClr val="009D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125352" y="2715072"/>
            <a:ext cx="278160" cy="352336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186547" y="2770705"/>
            <a:ext cx="94574" cy="1057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755849" y="2715072"/>
            <a:ext cx="278160" cy="352336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817044" y="2770705"/>
            <a:ext cx="94574" cy="1057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8912095" y="3104497"/>
            <a:ext cx="259616" cy="166896"/>
          </a:xfrm>
          <a:prstGeom prst="ellipse">
            <a:avLst/>
          </a:prstGeom>
          <a:solidFill>
            <a:srgbClr val="FFA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987649" y="3104497"/>
            <a:ext cx="259616" cy="166896"/>
          </a:xfrm>
          <a:prstGeom prst="ellipse">
            <a:avLst/>
          </a:prstGeom>
          <a:solidFill>
            <a:srgbClr val="FFA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394240" y="3123041"/>
            <a:ext cx="370880" cy="241072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>
            <a:hlinkClick action="ppaction://hlinksldjump" r:id="rId2"/>
          </p:cNvPr>
          <p:cNvSpPr/>
          <p:nvPr/>
        </p:nvSpPr>
        <p:spPr>
          <a:xfrm>
            <a:off x="4632960" y="530352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1565C0"/>
                </a:solidFill>
                <a:latin typeface="Verdana"/>
              </a:rPr>
              <a:t>Check →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1565C0"/>
                </a:solidFill>
                <a:latin typeface="Verdana"/>
              </a:rPr>
              <a:t>How many? 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737360"/>
            <a:ext cx="960120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581400" y="2103120"/>
            <a:ext cx="1298082" cy="1854403"/>
          </a:xfrm>
          <a:prstGeom prst="ellipse">
            <a:avLst/>
          </a:prstGeom>
          <a:solidFill>
            <a:srgbClr val="FFD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10800000">
            <a:off x="4128448" y="3920434"/>
            <a:ext cx="203984" cy="148352"/>
          </a:xfrm>
          <a:prstGeom prst="triangle">
            <a:avLst/>
          </a:prstGeom>
          <a:solidFill>
            <a:srgbClr val="FFD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Arc 7"/>
          <p:cNvSpPr/>
          <p:nvPr/>
        </p:nvSpPr>
        <p:spPr>
          <a:xfrm>
            <a:off x="4063544" y="4050243"/>
            <a:ext cx="333792" cy="482144"/>
          </a:xfrm>
          <a:prstGeom prst="arc">
            <a:avLst/>
          </a:prstGeom>
          <a:noFill/>
          <a:ln w="22225">
            <a:solidFill>
              <a:srgbClr val="FFD70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76112" y="2715072"/>
            <a:ext cx="278160" cy="352336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837307" y="2770705"/>
            <a:ext cx="94574" cy="1057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406609" y="2715072"/>
            <a:ext cx="278160" cy="352336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467804" y="2770705"/>
            <a:ext cx="94574" cy="1057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562855" y="3104497"/>
            <a:ext cx="259616" cy="166896"/>
          </a:xfrm>
          <a:prstGeom prst="ellipse">
            <a:avLst/>
          </a:prstGeom>
          <a:solidFill>
            <a:srgbClr val="FFA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38409" y="3104497"/>
            <a:ext cx="259616" cy="166896"/>
          </a:xfrm>
          <a:prstGeom prst="ellipse">
            <a:avLst/>
          </a:prstGeom>
          <a:solidFill>
            <a:srgbClr val="FFA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045000" y="3123041"/>
            <a:ext cx="370880" cy="241072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364480" y="2103120"/>
            <a:ext cx="1298082" cy="1854403"/>
          </a:xfrm>
          <a:prstGeom prst="ellipse">
            <a:avLst/>
          </a:prstGeom>
          <a:solidFill>
            <a:srgbClr val="FFD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Isosceles Triangle 16"/>
          <p:cNvSpPr/>
          <p:nvPr/>
        </p:nvSpPr>
        <p:spPr>
          <a:xfrm rot="10800000">
            <a:off x="5911528" y="3920434"/>
            <a:ext cx="203984" cy="148352"/>
          </a:xfrm>
          <a:prstGeom prst="triangle">
            <a:avLst/>
          </a:prstGeom>
          <a:solidFill>
            <a:srgbClr val="FFD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5846624" y="4050243"/>
            <a:ext cx="333792" cy="482144"/>
          </a:xfrm>
          <a:prstGeom prst="arc">
            <a:avLst/>
          </a:prstGeom>
          <a:noFill/>
          <a:ln w="22225">
            <a:solidFill>
              <a:srgbClr val="FFD70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559192" y="2715072"/>
            <a:ext cx="278160" cy="352336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20387" y="2770705"/>
            <a:ext cx="94574" cy="1057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189689" y="2715072"/>
            <a:ext cx="278160" cy="352336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250884" y="2770705"/>
            <a:ext cx="94574" cy="1057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345935" y="3104497"/>
            <a:ext cx="259616" cy="166896"/>
          </a:xfrm>
          <a:prstGeom prst="ellipse">
            <a:avLst/>
          </a:prstGeom>
          <a:solidFill>
            <a:srgbClr val="FFA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21489" y="3104497"/>
            <a:ext cx="259616" cy="166896"/>
          </a:xfrm>
          <a:prstGeom prst="ellipse">
            <a:avLst/>
          </a:prstGeom>
          <a:solidFill>
            <a:srgbClr val="FFA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828080" y="3123041"/>
            <a:ext cx="370880" cy="241072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147560" y="2103120"/>
            <a:ext cx="1298082" cy="1854403"/>
          </a:xfrm>
          <a:prstGeom prst="ellipse">
            <a:avLst/>
          </a:prstGeom>
          <a:solidFill>
            <a:srgbClr val="FFD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Isosceles Triangle 26"/>
          <p:cNvSpPr/>
          <p:nvPr/>
        </p:nvSpPr>
        <p:spPr>
          <a:xfrm rot="10800000">
            <a:off x="7694608" y="3920434"/>
            <a:ext cx="203984" cy="148352"/>
          </a:xfrm>
          <a:prstGeom prst="triangle">
            <a:avLst/>
          </a:prstGeom>
          <a:solidFill>
            <a:srgbClr val="FFD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Arc 27"/>
          <p:cNvSpPr/>
          <p:nvPr/>
        </p:nvSpPr>
        <p:spPr>
          <a:xfrm>
            <a:off x="7629704" y="4050243"/>
            <a:ext cx="333792" cy="482144"/>
          </a:xfrm>
          <a:prstGeom prst="arc">
            <a:avLst/>
          </a:prstGeom>
          <a:noFill/>
          <a:ln w="22225">
            <a:solidFill>
              <a:srgbClr val="FFD70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342272" y="2715072"/>
            <a:ext cx="278160" cy="352336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403467" y="2770705"/>
            <a:ext cx="94574" cy="1057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972769" y="2715072"/>
            <a:ext cx="278160" cy="352336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033964" y="2770705"/>
            <a:ext cx="94574" cy="1057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129015" y="3104497"/>
            <a:ext cx="259616" cy="166896"/>
          </a:xfrm>
          <a:prstGeom prst="ellipse">
            <a:avLst/>
          </a:prstGeom>
          <a:solidFill>
            <a:srgbClr val="FFA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204569" y="3104497"/>
            <a:ext cx="259616" cy="166896"/>
          </a:xfrm>
          <a:prstGeom prst="ellipse">
            <a:avLst/>
          </a:prstGeom>
          <a:solidFill>
            <a:srgbClr val="FFA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611160" y="3123041"/>
            <a:ext cx="370880" cy="241072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>
            <a:hlinkClick action="ppaction://hlinksldjump" r:id="rId2"/>
          </p:cNvPr>
          <p:cNvSpPr/>
          <p:nvPr/>
        </p:nvSpPr>
        <p:spPr>
          <a:xfrm>
            <a:off x="4632960" y="530352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1565C0"/>
                </a:solidFill>
                <a:latin typeface="Verdana"/>
              </a:rPr>
              <a:t>Check →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1565C0"/>
                </a:solidFill>
                <a:latin typeface="Verdana"/>
              </a:rPr>
              <a:t>How many? 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828800"/>
            <a:ext cx="6675120" cy="3108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651760"/>
            <a:ext cx="11094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600" b="1">
                <a:solidFill>
                  <a:srgbClr val="2EA84F"/>
                </a:solidFill>
                <a:latin typeface="Verdana"/>
              </a:rPr>
              <a:t>4 — four 🎉</a:t>
            </a:r>
          </a:p>
        </p:txBody>
      </p:sp>
      <p:sp>
        <p:nvSpPr>
          <p:cNvPr id="7" name="Rounded Rectangle 6">
            <a:hlinkClick action="ppaction://hlinksldjump" r:id="rId2"/>
          </p:cNvPr>
          <p:cNvSpPr/>
          <p:nvPr/>
        </p:nvSpPr>
        <p:spPr>
          <a:xfrm>
            <a:off x="4724400" y="5303520"/>
            <a:ext cx="274320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1565C0"/>
                </a:solidFill>
                <a:latin typeface="Verdana"/>
              </a:rPr>
              <a:t>Next →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1565C0"/>
                </a:solidFill>
                <a:latin typeface="Verdana"/>
              </a:rPr>
              <a:t>How many? 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828800"/>
            <a:ext cx="6675120" cy="3108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651760"/>
            <a:ext cx="11094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600" b="1">
                <a:solidFill>
                  <a:srgbClr val="2EA84F"/>
                </a:solidFill>
                <a:latin typeface="Verdana"/>
              </a:rPr>
              <a:t>5 — five 🎉</a:t>
            </a:r>
          </a:p>
        </p:txBody>
      </p:sp>
      <p:sp>
        <p:nvSpPr>
          <p:cNvPr id="7" name="Rounded Rectangle 6">
            <a:hlinkClick action="ppaction://hlinksldjump" r:id="rId2"/>
          </p:cNvPr>
          <p:cNvSpPr/>
          <p:nvPr/>
        </p:nvSpPr>
        <p:spPr>
          <a:xfrm>
            <a:off x="4724400" y="5303520"/>
            <a:ext cx="274320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1565C0"/>
                </a:solidFill>
                <a:latin typeface="Verdana"/>
              </a:rPr>
              <a:t>Next →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1565C0"/>
                </a:solidFill>
                <a:latin typeface="Verdana"/>
              </a:rPr>
              <a:t>How many? 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828800"/>
            <a:ext cx="6675120" cy="3108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651760"/>
            <a:ext cx="11094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600" b="1">
                <a:solidFill>
                  <a:srgbClr val="2EA84F"/>
                </a:solidFill>
                <a:latin typeface="Verdana"/>
              </a:rPr>
              <a:t>3 — three 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7B1FA2"/>
                </a:solidFill>
                <a:latin typeface="Verdana"/>
              </a:rPr>
              <a:t>Pick &amp; read 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947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0">
                <a:solidFill>
                  <a:srgbClr val="6B7280"/>
                </a:solidFill>
                <a:latin typeface="Trebuchet MS"/>
              </a:rPr>
              <a:t>Pick a card and read!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80160" y="1783080"/>
            <a:ext cx="960120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>
            <a:hlinkClick action="ppaction://hlinksldjump" r:id="rId2"/>
          </p:cNvPr>
          <p:cNvSpPr/>
          <p:nvPr/>
        </p:nvSpPr>
        <p:spPr>
          <a:xfrm>
            <a:off x="2011680" y="2103120"/>
            <a:ext cx="23774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400" b="1">
                <a:solidFill>
                  <a:srgbClr val="7B1FA2"/>
                </a:solidFill>
                <a:latin typeface="Verdana"/>
              </a:rPr>
              <a:t>?</a:t>
            </a:r>
          </a:p>
        </p:txBody>
      </p:sp>
      <p:sp>
        <p:nvSpPr>
          <p:cNvPr id="8" name="Rounded Rectangle 7">
            <a:hlinkClick action="ppaction://hlinksldjump" r:id="rId3"/>
          </p:cNvPr>
          <p:cNvSpPr/>
          <p:nvPr/>
        </p:nvSpPr>
        <p:spPr>
          <a:xfrm>
            <a:off x="4846320" y="2103120"/>
            <a:ext cx="23774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400" b="1">
                <a:solidFill>
                  <a:srgbClr val="0E7490"/>
                </a:solidFill>
                <a:latin typeface="Verdana"/>
              </a:rPr>
              <a:t>?</a:t>
            </a:r>
          </a:p>
        </p:txBody>
      </p:sp>
      <p:sp>
        <p:nvSpPr>
          <p:cNvPr id="9" name="Rounded Rectangle 8">
            <a:hlinkClick action="ppaction://hlinksldjump" r:id="rId4"/>
          </p:cNvPr>
          <p:cNvSpPr/>
          <p:nvPr/>
        </p:nvSpPr>
        <p:spPr>
          <a:xfrm>
            <a:off x="7680960" y="2103120"/>
            <a:ext cx="23774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400" b="1">
                <a:solidFill>
                  <a:srgbClr val="1565C0"/>
                </a:solidFill>
                <a:latin typeface="Verdana"/>
              </a:rPr>
              <a:t>?</a:t>
            </a:r>
          </a:p>
        </p:txBody>
      </p:sp>
      <p:sp>
        <p:nvSpPr>
          <p:cNvPr id="10" name="Rounded Rectangle 9">
            <a:hlinkClick action="ppaction://hlinksldjump" r:id="rId5"/>
          </p:cNvPr>
          <p:cNvSpPr/>
          <p:nvPr/>
        </p:nvSpPr>
        <p:spPr>
          <a:xfrm>
            <a:off x="2011680" y="3749040"/>
            <a:ext cx="23774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400" b="1">
                <a:solidFill>
                  <a:srgbClr val="7B1FA2"/>
                </a:solidFill>
                <a:latin typeface="Verdana"/>
              </a:rPr>
              <a:t>?</a:t>
            </a:r>
          </a:p>
        </p:txBody>
      </p:sp>
      <p:sp>
        <p:nvSpPr>
          <p:cNvPr id="11" name="Rounded Rectangle 10">
            <a:hlinkClick action="ppaction://hlinksldjump" r:id="rId6"/>
          </p:cNvPr>
          <p:cNvSpPr/>
          <p:nvPr/>
        </p:nvSpPr>
        <p:spPr>
          <a:xfrm>
            <a:off x="4846320" y="3749040"/>
            <a:ext cx="23774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400" b="1">
                <a:solidFill>
                  <a:srgbClr val="0E7490"/>
                </a:solidFill>
                <a:latin typeface="Verdana"/>
              </a:rPr>
              <a:t>?</a:t>
            </a:r>
          </a:p>
        </p:txBody>
      </p:sp>
      <p:sp>
        <p:nvSpPr>
          <p:cNvPr id="12" name="Rounded Rectangle 11">
            <a:hlinkClick action="ppaction://hlinksldjump" r:id="rId7"/>
          </p:cNvPr>
          <p:cNvSpPr/>
          <p:nvPr/>
        </p:nvSpPr>
        <p:spPr>
          <a:xfrm>
            <a:off x="7680960" y="3749040"/>
            <a:ext cx="23774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400" b="1">
                <a:solidFill>
                  <a:srgbClr val="1565C0"/>
                </a:solidFill>
                <a:latin typeface="Verdana"/>
              </a:rPr>
              <a:t>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1565C0"/>
                </a:solidFill>
                <a:latin typeface="Verdana"/>
              </a:rPr>
              <a:t>Read it! 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645920"/>
            <a:ext cx="6675120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11094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600" b="1">
                <a:solidFill>
                  <a:srgbClr val="7B1FA2"/>
                </a:solidFill>
                <a:latin typeface="Verdana"/>
              </a:rPr>
              <a:t>sat</a:t>
            </a:r>
          </a:p>
        </p:txBody>
      </p:sp>
      <p:sp>
        <p:nvSpPr>
          <p:cNvPr id="7" name="Rounded Rectangle 6">
            <a:hlinkClick action="ppaction://hlinksldjump" r:id="rId2"/>
          </p:cNvPr>
          <p:cNvSpPr/>
          <p:nvPr/>
        </p:nvSpPr>
        <p:spPr>
          <a:xfrm>
            <a:off x="4907280" y="5212080"/>
            <a:ext cx="237744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6B7280"/>
                </a:solidFill>
                <a:latin typeface="Verdana"/>
              </a:rPr>
              <a:t>↩ Back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1565C0"/>
                </a:solidFill>
                <a:latin typeface="Verdana"/>
              </a:rPr>
              <a:t>Read it! 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645920"/>
            <a:ext cx="6675120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11094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600" b="1">
                <a:solidFill>
                  <a:srgbClr val="7B1FA2"/>
                </a:solidFill>
                <a:latin typeface="Verdana"/>
              </a:rPr>
              <a:t>pin</a:t>
            </a:r>
          </a:p>
        </p:txBody>
      </p:sp>
      <p:sp>
        <p:nvSpPr>
          <p:cNvPr id="7" name="Rounded Rectangle 6">
            <a:hlinkClick action="ppaction://hlinksldjump" r:id="rId2"/>
          </p:cNvPr>
          <p:cNvSpPr/>
          <p:nvPr/>
        </p:nvSpPr>
        <p:spPr>
          <a:xfrm>
            <a:off x="4907280" y="5212080"/>
            <a:ext cx="237744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6B7280"/>
                </a:solidFill>
                <a:latin typeface="Verdana"/>
              </a:rPr>
              <a:t>↩ Back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1565C0"/>
                </a:solidFill>
                <a:latin typeface="Verdana"/>
              </a:rPr>
              <a:t>Read it! 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645920"/>
            <a:ext cx="6675120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11094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600" b="1">
                <a:solidFill>
                  <a:srgbClr val="7B1FA2"/>
                </a:solidFill>
                <a:latin typeface="Verdana"/>
              </a:rPr>
              <a:t>ten</a:t>
            </a:r>
          </a:p>
        </p:txBody>
      </p:sp>
      <p:sp>
        <p:nvSpPr>
          <p:cNvPr id="7" name="Rounded Rectangle 6">
            <a:hlinkClick action="ppaction://hlinksldjump" r:id="rId2"/>
          </p:cNvPr>
          <p:cNvSpPr/>
          <p:nvPr/>
        </p:nvSpPr>
        <p:spPr>
          <a:xfrm>
            <a:off x="4907280" y="5212080"/>
            <a:ext cx="237744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6B7280"/>
                </a:solidFill>
                <a:latin typeface="Verdana"/>
              </a:rPr>
              <a:t>↩ Back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1565C0"/>
                </a:solidFill>
                <a:latin typeface="Verdana"/>
              </a:rPr>
              <a:t>Read it! 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645920"/>
            <a:ext cx="6675120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11094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600" b="1">
                <a:solidFill>
                  <a:srgbClr val="7B1FA2"/>
                </a:solidFill>
                <a:latin typeface="Verdana"/>
              </a:rPr>
              <a:t>red</a:t>
            </a:r>
          </a:p>
        </p:txBody>
      </p:sp>
      <p:sp>
        <p:nvSpPr>
          <p:cNvPr id="7" name="Rounded Rectangle 6">
            <a:hlinkClick action="ppaction://hlinksldjump" r:id="rId2"/>
          </p:cNvPr>
          <p:cNvSpPr/>
          <p:nvPr/>
        </p:nvSpPr>
        <p:spPr>
          <a:xfrm>
            <a:off x="4907280" y="5212080"/>
            <a:ext cx="237744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6B7280"/>
                </a:solidFill>
                <a:latin typeface="Verdana"/>
              </a:rPr>
              <a:t>↩ Back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1565C0"/>
                </a:solidFill>
                <a:latin typeface="Verdana"/>
              </a:rPr>
              <a:t>Read it! 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645920"/>
            <a:ext cx="6675120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11094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600" b="1">
                <a:solidFill>
                  <a:srgbClr val="7B1FA2"/>
                </a:solidFill>
                <a:latin typeface="Verdana"/>
              </a:rPr>
              <a:t>kit</a:t>
            </a:r>
          </a:p>
        </p:txBody>
      </p:sp>
      <p:sp>
        <p:nvSpPr>
          <p:cNvPr id="7" name="Rounded Rectangle 6">
            <a:hlinkClick action="ppaction://hlinksldjump" r:id="rId2"/>
          </p:cNvPr>
          <p:cNvSpPr/>
          <p:nvPr/>
        </p:nvSpPr>
        <p:spPr>
          <a:xfrm>
            <a:off x="4907280" y="5212080"/>
            <a:ext cx="237744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6B7280"/>
                </a:solidFill>
                <a:latin typeface="Verdana"/>
              </a:rPr>
              <a:t>↩ Back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1565C0"/>
                </a:solidFill>
                <a:latin typeface="Verdana"/>
              </a:rPr>
              <a:t>Read it! 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645920"/>
            <a:ext cx="6675120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11094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600" b="1">
                <a:solidFill>
                  <a:srgbClr val="7B1FA2"/>
                </a:solidFill>
                <a:latin typeface="Verdana"/>
              </a:rPr>
              <a:t>dad</a:t>
            </a:r>
          </a:p>
        </p:txBody>
      </p:sp>
      <p:sp>
        <p:nvSpPr>
          <p:cNvPr id="7" name="Rounded Rectangle 6">
            <a:hlinkClick action="ppaction://hlinksldjump" r:id="rId2"/>
          </p:cNvPr>
          <p:cNvSpPr/>
          <p:nvPr/>
        </p:nvSpPr>
        <p:spPr>
          <a:xfrm>
            <a:off x="4907280" y="5212080"/>
            <a:ext cx="237744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6B7280"/>
                </a:solidFill>
                <a:latin typeface="Verdana"/>
              </a:rPr>
              <a:t>↩ Back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1565C0"/>
                </a:solidFill>
                <a:latin typeface="Verdana"/>
              </a:rPr>
              <a:t>Test 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828800"/>
            <a:ext cx="6675120" cy="3566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1109472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400" b="1">
                <a:solidFill>
                  <a:srgbClr val="7B1FA2"/>
                </a:solidFill>
                <a:latin typeface="Verdana"/>
              </a:rPr>
              <a:t>Unit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38328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3A2A4D"/>
                </a:solidFill>
                <a:latin typeface="Verdana"/>
              </a:rPr>
              <a:t>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10947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0">
                <a:solidFill>
                  <a:srgbClr val="6B7280"/>
                </a:solidFill>
                <a:latin typeface="Trebuchet MS"/>
              </a:rPr>
              <a:t>paste the test link here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7B1FA2"/>
                </a:solidFill>
                <a:latin typeface="Verdana"/>
              </a:rPr>
              <a:t>Я могу! 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1737360"/>
            <a:ext cx="850392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468880" y="2103120"/>
            <a:ext cx="7223760" cy="3383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3A2A4D"/>
                </a:solidFill>
                <a:latin typeface="Trebuchet MS"/>
              </a:rPr>
              <a:t>Здороваться и знакомиться: Hello! I’m …</a:t>
            </a:r>
          </a:p>
          <a:p>
            <a:pPr algn="l"/>
            <a:r>
              <a:rPr sz="2400" b="0">
                <a:solidFill>
                  <a:srgbClr val="3A2A4D"/>
                </a:solidFill>
                <a:latin typeface="Trebuchet MS"/>
              </a:rPr>
              <a:t>Называть цвета: red, green, blue, orange, pink, yellow</a:t>
            </a:r>
          </a:p>
          <a:p>
            <a:pPr algn="l"/>
            <a:r>
              <a:rPr sz="2400" b="0">
                <a:solidFill>
                  <a:srgbClr val="3A2A4D"/>
                </a:solidFill>
                <a:latin typeface="Trebuchet MS"/>
              </a:rPr>
              <a:t>Считать до 10</a:t>
            </a:r>
          </a:p>
          <a:p>
            <a:pPr algn="l"/>
            <a:r>
              <a:rPr sz="2400" b="0">
                <a:solidFill>
                  <a:srgbClr val="3A2A4D"/>
                </a:solidFill>
                <a:latin typeface="Trebuchet MS"/>
              </a:rPr>
              <a:t>Читать слова: sat, pin, ten, red, kit, dad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11094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1565C0"/>
                </a:solidFill>
                <a:latin typeface="Verdana"/>
              </a:rPr>
              <a:t>Assign HW 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0">
                <a:solidFill>
                  <a:srgbClr val="6B7280"/>
                </a:solidFill>
                <a:latin typeface="Trebuchet MS"/>
              </a:rPr>
              <a:t>NO HW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7B1FA2"/>
                </a:solidFill>
                <a:latin typeface="Verdana"/>
              </a:rPr>
              <a:t>Rate the lesson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1680" y="2011680"/>
            <a:ext cx="8138160" cy="3108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1094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3A2A4D"/>
                </a:solidFill>
                <a:latin typeface="Verdana"/>
              </a:rPr>
              <a:t>⭐ ⭐ ⭐ ⭐ 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212080"/>
            <a:ext cx="110947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7B1FA2"/>
                </a:solidFill>
                <a:latin typeface="Verdana"/>
              </a:rPr>
              <a:t>Bye-bye! 👋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1565C0"/>
                </a:solidFill>
                <a:latin typeface="Verdana"/>
              </a:rPr>
              <a:t>⏱ Reading 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828800"/>
            <a:ext cx="9601200" cy="3108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743200"/>
            <a:ext cx="1109472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3A2A4D"/>
                </a:solidFill>
                <a:latin typeface="Verdana"/>
              </a:rPr>
              <a:t>sat   pin   ten   red   kit   dad   rat   pen   den   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212080"/>
            <a:ext cx="11094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0">
                <a:solidFill>
                  <a:srgbClr val="6B7280"/>
                </a:solidFill>
                <a:latin typeface="Trebuchet MS"/>
              </a:rPr>
              <a:t>Read the line. Faster!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7B1FA2"/>
                </a:solidFill>
                <a:latin typeface="Verdana"/>
              </a:rPr>
              <a:t>🔍 Find &amp; read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0" y="1554480"/>
            <a:ext cx="640080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108960" y="1737360"/>
            <a:ext cx="18288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7B1FA2"/>
                </a:solidFill>
                <a:latin typeface="Verdana"/>
              </a:rPr>
              <a:t>sat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1737360"/>
            <a:ext cx="18288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0E7490"/>
                </a:solidFill>
                <a:latin typeface="Verdana"/>
              </a:rPr>
              <a:t>pin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1737360"/>
            <a:ext cx="18288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1565C0"/>
                </a:solidFill>
                <a:latin typeface="Verdana"/>
              </a:rPr>
              <a:t>ten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2971800"/>
            <a:ext cx="18288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7B1FA2"/>
                </a:solidFill>
                <a:latin typeface="Verdana"/>
              </a:rPr>
              <a:t>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2971800"/>
            <a:ext cx="18288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0E7490"/>
                </a:solidFill>
                <a:latin typeface="Verdana"/>
              </a:rPr>
              <a:t>kit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2971800"/>
            <a:ext cx="18288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1565C0"/>
                </a:solidFill>
                <a:latin typeface="Verdana"/>
              </a:rPr>
              <a:t>dad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4206240"/>
            <a:ext cx="18288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7B1FA2"/>
                </a:solidFill>
                <a:latin typeface="Verdana"/>
              </a:rPr>
              <a:t>rat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4206240"/>
            <a:ext cx="18288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0E7490"/>
                </a:solidFill>
                <a:latin typeface="Verdana"/>
              </a:rPr>
              <a:t>pen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4206240"/>
            <a:ext cx="18288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1565C0"/>
                </a:solidFill>
                <a:latin typeface="Verdana"/>
              </a:rPr>
              <a:t>as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1565C0"/>
                </a:solidFill>
                <a:latin typeface="Verdana"/>
              </a:rPr>
              <a:t>🎯 Colour bingo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463040"/>
            <a:ext cx="960120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194560" y="1737360"/>
            <a:ext cx="1048450" cy="1497787"/>
          </a:xfrm>
          <a:prstGeom prst="ellipse">
            <a:avLst/>
          </a:prstGeom>
          <a:solidFill>
            <a:srgbClr val="FD2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10800000">
            <a:off x="2636406" y="3205191"/>
            <a:ext cx="164756" cy="119822"/>
          </a:xfrm>
          <a:prstGeom prst="triangle">
            <a:avLst/>
          </a:prstGeom>
          <a:solidFill>
            <a:srgbClr val="FD2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Arc 7"/>
          <p:cNvSpPr/>
          <p:nvPr/>
        </p:nvSpPr>
        <p:spPr>
          <a:xfrm>
            <a:off x="2583984" y="3310036"/>
            <a:ext cx="269601" cy="389424"/>
          </a:xfrm>
          <a:prstGeom prst="arc">
            <a:avLst/>
          </a:prstGeom>
          <a:noFill/>
          <a:ln w="22225">
            <a:solidFill>
              <a:srgbClr val="FD20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351827" y="2231629"/>
            <a:ext cx="224668" cy="284579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401254" y="2276563"/>
            <a:ext cx="76387" cy="8537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61074" y="2231629"/>
            <a:ext cx="224668" cy="284579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910501" y="2276563"/>
            <a:ext cx="76387" cy="8537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179581" y="2546164"/>
            <a:ext cx="209690" cy="134800"/>
          </a:xfrm>
          <a:prstGeom prst="ellipse">
            <a:avLst/>
          </a:prstGeom>
          <a:solidFill>
            <a:srgbClr val="FFA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048298" y="2546164"/>
            <a:ext cx="209690" cy="134800"/>
          </a:xfrm>
          <a:prstGeom prst="ellipse">
            <a:avLst/>
          </a:prstGeom>
          <a:solidFill>
            <a:srgbClr val="FFA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569006" y="2561142"/>
            <a:ext cx="299557" cy="194712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029200" y="1737360"/>
            <a:ext cx="1048450" cy="1497787"/>
          </a:xfrm>
          <a:prstGeom prst="ellipse">
            <a:avLst/>
          </a:prstGeom>
          <a:solidFill>
            <a:srgbClr val="67C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Isosceles Triangle 16"/>
          <p:cNvSpPr/>
          <p:nvPr/>
        </p:nvSpPr>
        <p:spPr>
          <a:xfrm rot="10800000">
            <a:off x="5471046" y="3205191"/>
            <a:ext cx="164756" cy="119822"/>
          </a:xfrm>
          <a:prstGeom prst="triangle">
            <a:avLst/>
          </a:prstGeom>
          <a:solidFill>
            <a:srgbClr val="67C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5418624" y="3310036"/>
            <a:ext cx="269601" cy="389424"/>
          </a:xfrm>
          <a:prstGeom prst="arc">
            <a:avLst/>
          </a:prstGeom>
          <a:noFill/>
          <a:ln w="22225">
            <a:solidFill>
              <a:srgbClr val="67C1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186467" y="2231629"/>
            <a:ext cx="224668" cy="284579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235894" y="2276563"/>
            <a:ext cx="76387" cy="8537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695714" y="2231629"/>
            <a:ext cx="224668" cy="284579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745141" y="2276563"/>
            <a:ext cx="76387" cy="8537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014221" y="2546164"/>
            <a:ext cx="209690" cy="134800"/>
          </a:xfrm>
          <a:prstGeom prst="ellipse">
            <a:avLst/>
          </a:prstGeom>
          <a:solidFill>
            <a:srgbClr val="FFA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882938" y="2546164"/>
            <a:ext cx="209690" cy="134800"/>
          </a:xfrm>
          <a:prstGeom prst="ellipse">
            <a:avLst/>
          </a:prstGeom>
          <a:solidFill>
            <a:srgbClr val="FFA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403646" y="2561142"/>
            <a:ext cx="299557" cy="194712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863840" y="1737360"/>
            <a:ext cx="1048450" cy="1497787"/>
          </a:xfrm>
          <a:prstGeom prst="ellipse">
            <a:avLst/>
          </a:prstGeom>
          <a:solidFill>
            <a:srgbClr val="009D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Isosceles Triangle 26"/>
          <p:cNvSpPr/>
          <p:nvPr/>
        </p:nvSpPr>
        <p:spPr>
          <a:xfrm rot="10800000">
            <a:off x="8305686" y="3205191"/>
            <a:ext cx="164756" cy="119822"/>
          </a:xfrm>
          <a:prstGeom prst="triangle">
            <a:avLst/>
          </a:prstGeom>
          <a:solidFill>
            <a:srgbClr val="009D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Arc 27"/>
          <p:cNvSpPr/>
          <p:nvPr/>
        </p:nvSpPr>
        <p:spPr>
          <a:xfrm>
            <a:off x="8253264" y="3310036"/>
            <a:ext cx="269601" cy="389424"/>
          </a:xfrm>
          <a:prstGeom prst="arc">
            <a:avLst/>
          </a:prstGeom>
          <a:noFill/>
          <a:ln w="22225">
            <a:solidFill>
              <a:srgbClr val="009D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21107" y="2231629"/>
            <a:ext cx="224668" cy="284579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70534" y="2276563"/>
            <a:ext cx="76387" cy="8537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530354" y="2231629"/>
            <a:ext cx="224668" cy="284579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579781" y="2276563"/>
            <a:ext cx="76387" cy="8537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848861" y="2546164"/>
            <a:ext cx="209690" cy="134800"/>
          </a:xfrm>
          <a:prstGeom prst="ellipse">
            <a:avLst/>
          </a:prstGeom>
          <a:solidFill>
            <a:srgbClr val="FFA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717578" y="2546164"/>
            <a:ext cx="209690" cy="134800"/>
          </a:xfrm>
          <a:prstGeom prst="ellipse">
            <a:avLst/>
          </a:prstGeom>
          <a:solidFill>
            <a:srgbClr val="FFA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238286" y="2561142"/>
            <a:ext cx="299557" cy="194712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194560" y="3840480"/>
            <a:ext cx="1048450" cy="1497787"/>
          </a:xfrm>
          <a:prstGeom prst="ellipse">
            <a:avLst/>
          </a:prstGeom>
          <a:solidFill>
            <a:srgbClr val="FE7E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Isosceles Triangle 36"/>
          <p:cNvSpPr/>
          <p:nvPr/>
        </p:nvSpPr>
        <p:spPr>
          <a:xfrm rot="10800000">
            <a:off x="2636406" y="5308311"/>
            <a:ext cx="164756" cy="119822"/>
          </a:xfrm>
          <a:prstGeom prst="triangle">
            <a:avLst/>
          </a:prstGeom>
          <a:solidFill>
            <a:srgbClr val="FE7E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Arc 37"/>
          <p:cNvSpPr/>
          <p:nvPr/>
        </p:nvSpPr>
        <p:spPr>
          <a:xfrm>
            <a:off x="2583984" y="5413156"/>
            <a:ext cx="269601" cy="389424"/>
          </a:xfrm>
          <a:prstGeom prst="arc">
            <a:avLst/>
          </a:prstGeom>
          <a:noFill/>
          <a:ln w="22225">
            <a:solidFill>
              <a:srgbClr val="FE7E0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351827" y="4334749"/>
            <a:ext cx="224668" cy="284579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401254" y="4379683"/>
            <a:ext cx="76387" cy="8537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861074" y="4334749"/>
            <a:ext cx="224668" cy="284579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910501" y="4379683"/>
            <a:ext cx="76387" cy="8537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179581" y="4649284"/>
            <a:ext cx="209690" cy="134800"/>
          </a:xfrm>
          <a:prstGeom prst="ellipse">
            <a:avLst/>
          </a:prstGeom>
          <a:solidFill>
            <a:srgbClr val="FFA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048298" y="4649284"/>
            <a:ext cx="209690" cy="134800"/>
          </a:xfrm>
          <a:prstGeom prst="ellipse">
            <a:avLst/>
          </a:prstGeom>
          <a:solidFill>
            <a:srgbClr val="FFA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569006" y="4664262"/>
            <a:ext cx="299557" cy="194712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5029200" y="3840480"/>
            <a:ext cx="1048450" cy="1497787"/>
          </a:xfrm>
          <a:prstGeom prst="ellipse">
            <a:avLst/>
          </a:prstGeom>
          <a:solidFill>
            <a:srgbClr val="FF69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Isosceles Triangle 46"/>
          <p:cNvSpPr/>
          <p:nvPr/>
        </p:nvSpPr>
        <p:spPr>
          <a:xfrm rot="10800000">
            <a:off x="5471046" y="5308311"/>
            <a:ext cx="164756" cy="119822"/>
          </a:xfrm>
          <a:prstGeom prst="triangle">
            <a:avLst/>
          </a:prstGeom>
          <a:solidFill>
            <a:srgbClr val="FF69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Arc 47"/>
          <p:cNvSpPr/>
          <p:nvPr/>
        </p:nvSpPr>
        <p:spPr>
          <a:xfrm>
            <a:off x="5418624" y="5413156"/>
            <a:ext cx="269601" cy="389424"/>
          </a:xfrm>
          <a:prstGeom prst="arc">
            <a:avLst/>
          </a:prstGeom>
          <a:noFill/>
          <a:ln w="22225">
            <a:solidFill>
              <a:srgbClr val="FF69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186467" y="4334749"/>
            <a:ext cx="224668" cy="284579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235894" y="4379683"/>
            <a:ext cx="76387" cy="8537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695714" y="4334749"/>
            <a:ext cx="224668" cy="284579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5745141" y="4379683"/>
            <a:ext cx="76387" cy="8537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5014221" y="4649284"/>
            <a:ext cx="209690" cy="134800"/>
          </a:xfrm>
          <a:prstGeom prst="ellipse">
            <a:avLst/>
          </a:prstGeom>
          <a:solidFill>
            <a:srgbClr val="FFA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5882938" y="4649284"/>
            <a:ext cx="209690" cy="134800"/>
          </a:xfrm>
          <a:prstGeom prst="ellipse">
            <a:avLst/>
          </a:prstGeom>
          <a:solidFill>
            <a:srgbClr val="FFA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5403646" y="4664262"/>
            <a:ext cx="299557" cy="194712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863840" y="3840480"/>
            <a:ext cx="1048450" cy="1497787"/>
          </a:xfrm>
          <a:prstGeom prst="ellipse">
            <a:avLst/>
          </a:prstGeom>
          <a:solidFill>
            <a:srgbClr val="FFD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Isosceles Triangle 56"/>
          <p:cNvSpPr/>
          <p:nvPr/>
        </p:nvSpPr>
        <p:spPr>
          <a:xfrm rot="10800000">
            <a:off x="8305686" y="5308311"/>
            <a:ext cx="164756" cy="119822"/>
          </a:xfrm>
          <a:prstGeom prst="triangle">
            <a:avLst/>
          </a:prstGeom>
          <a:solidFill>
            <a:srgbClr val="FFD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Arc 57"/>
          <p:cNvSpPr/>
          <p:nvPr/>
        </p:nvSpPr>
        <p:spPr>
          <a:xfrm>
            <a:off x="8253264" y="5413156"/>
            <a:ext cx="269601" cy="389424"/>
          </a:xfrm>
          <a:prstGeom prst="arc">
            <a:avLst/>
          </a:prstGeom>
          <a:noFill/>
          <a:ln w="22225">
            <a:solidFill>
              <a:srgbClr val="FFD70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8021107" y="4334749"/>
            <a:ext cx="224668" cy="284579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8070534" y="4379683"/>
            <a:ext cx="76387" cy="8537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8530354" y="4334749"/>
            <a:ext cx="224668" cy="284579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8579781" y="4379683"/>
            <a:ext cx="76387" cy="8537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7848861" y="4649284"/>
            <a:ext cx="209690" cy="134800"/>
          </a:xfrm>
          <a:prstGeom prst="ellipse">
            <a:avLst/>
          </a:prstGeom>
          <a:solidFill>
            <a:srgbClr val="FFA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8717578" y="4649284"/>
            <a:ext cx="209690" cy="134800"/>
          </a:xfrm>
          <a:prstGeom prst="ellipse">
            <a:avLst/>
          </a:prstGeom>
          <a:solidFill>
            <a:srgbClr val="FFA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238286" y="4664262"/>
            <a:ext cx="299557" cy="194712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186</Words>
  <Application>Microsoft Office PowerPoint</Application>
  <PresentationFormat>Широкоэкранный</PresentationFormat>
  <Paragraphs>56</Paragraphs>
  <Slides>11</Slides>
  <Notes>11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5" baseType="lpstr">
      <vt:lpstr>Arial</vt:lpstr>
      <vt:lpstr>Trebuchet MS</vt:lpstr>
      <vt:lpstr>Verdana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U1 L7 Revision + Test (2ed)</dc:title>
  <dc:subject>PptxGenJS Presentation</dc:subject>
  <dc:creator>WowSpeak</dc:creator>
  <cp:lastModifiedBy>Алёна Губенко</cp:lastModifiedBy>
  <cp:revision>2</cp:revision>
  <dcterms:created xsi:type="dcterms:W3CDTF">2026-06-15T18:33:07Z</dcterms:created>
  <dcterms:modified xsi:type="dcterms:W3CDTF">2026-06-16T18:26:09Z</dcterms:modified>
</cp:coreProperties>
</file>