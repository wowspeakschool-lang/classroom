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78" y="10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3342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slide" Target="slide6.xml"/><Relationship Id="rId4" Type="http://schemas.openxmlformats.org/officeDocument/2006/relationships/image" Target="../media/image2.png"/><Relationship Id="rId5" Type="http://schemas.openxmlformats.org/officeDocument/2006/relationships/slide" Target="slide7.xml"/><Relationship Id="rId6" Type="http://schemas.openxmlformats.org/officeDocument/2006/relationships/image" Target="../media/image3.png"/><Relationship Id="rId7" Type="http://schemas.openxmlformats.org/officeDocument/2006/relationships/slide" Target="slide8.xml"/><Relationship Id="rId8" Type="http://schemas.openxmlformats.org/officeDocument/2006/relationships/image" Target="../media/image4.png"/><Relationship Id="rId9" Type="http://schemas.openxmlformats.org/officeDocument/2006/relationships/slide" Target="slide9.xml"/><Relationship Id="rId10" Type="http://schemas.openxmlformats.org/officeDocument/2006/relationships/image" Target="../media/image5.png"/><Relationship Id="rId11" Type="http://schemas.openxmlformats.org/officeDocument/2006/relationships/slide" Target="slide10.xml"/><Relationship Id="rId12" Type="http://schemas.openxmlformats.org/officeDocument/2006/relationships/image" Target="../media/image6.png"/><Relationship Id="rId13" Type="http://schemas.openxmlformats.org/officeDocument/2006/relationships/slide" Target="slide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slide" Target="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slide" Target="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slide" Target="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slide" Target="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slide" Target="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slide" Target="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slide" Target="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slide" Target="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slide" Target="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9.xml"/><Relationship Id="rId3" Type="http://schemas.openxmlformats.org/officeDocument/2006/relationships/slide" Target="slide20.xml"/><Relationship Id="rId4" Type="http://schemas.openxmlformats.org/officeDocument/2006/relationships/slide" Target="slide21.xml"/><Relationship Id="rId5" Type="http://schemas.openxmlformats.org/officeDocument/2006/relationships/slide" Target="slide22.xml"/><Relationship Id="rId6" Type="http://schemas.openxmlformats.org/officeDocument/2006/relationships/slide" Target="slide23.xml"/><Relationship Id="rId7" Type="http://schemas.openxmlformats.org/officeDocument/2006/relationships/slide" Target="slide2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20.xml"/><Relationship Id="rId3" Type="http://schemas.openxmlformats.org/officeDocument/2006/relationships/slide" Target="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21.xml"/><Relationship Id="rId3" Type="http://schemas.openxmlformats.org/officeDocument/2006/relationships/slide" Target="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22.xml"/><Relationship Id="rId3" Type="http://schemas.openxmlformats.org/officeDocument/2006/relationships/slide" Target="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23.xml"/><Relationship Id="rId3" Type="http://schemas.openxmlformats.org/officeDocument/2006/relationships/slide" Target="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24.xml"/><Relationship Id="rId3" Type="http://schemas.openxmlformats.org/officeDocument/2006/relationships/slide" Target="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19.xml"/><Relationship Id="rId3" Type="http://schemas.openxmlformats.org/officeDocument/2006/relationships/slide" Target="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11094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1565C0"/>
                </a:solidFill>
                <a:latin typeface="Verdana"/>
              </a:rPr>
              <a:t>Unit 0 · Lesson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10947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7B1FA2"/>
                </a:solidFill>
                <a:latin typeface="Verdana"/>
              </a:rPr>
              <a:t>Say Hello! 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1094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Trebuchet MS"/>
              </a:rPr>
              <a:t>Revision + Test · Super Minds Starter · WowSpeak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are you?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737360"/>
            <a:ext cx="923544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194560"/>
            <a:ext cx="25603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3A2A4D"/>
                </a:solidFill>
                <a:latin typeface="Verdana"/>
              </a:rPr>
              <a:t>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206240"/>
            <a:ext cx="2560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3A2A4D"/>
                </a:solidFill>
                <a:latin typeface="Verdana"/>
              </a:rPr>
              <a:t>happy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2194560"/>
            <a:ext cx="25603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3A2A4D"/>
                </a:solidFill>
                <a:latin typeface="Verdana"/>
              </a:rPr>
              <a:t>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206240"/>
            <a:ext cx="2560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3A2A4D"/>
                </a:solidFill>
                <a:latin typeface="Verdana"/>
              </a:rPr>
              <a:t>sad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194560"/>
            <a:ext cx="25603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3A2A4D"/>
                </a:solidFill>
                <a:latin typeface="Verdana"/>
              </a:rPr>
              <a:t>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206240"/>
            <a:ext cx="2560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3A2A4D"/>
                </a:solidFill>
                <a:latin typeface="Verdana"/>
              </a:rPr>
              <a:t>angry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Read! 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737360"/>
            <a:ext cx="960120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920240"/>
            <a:ext cx="923544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sat</a:t>
            </a:r>
            <a:r>
              <a:rPr sz="3800">
                <a:latin typeface="Verdana"/>
              </a:rPr>
              <a:t>    </a:t>
            </a:r>
            <a:r>
              <a:rPr sz="3800" b="1">
                <a:solidFill>
                  <a:srgbClr val="0E7490"/>
                </a:solidFill>
                <a:latin typeface="Verdana"/>
              </a:rPr>
              <a:t>pin</a:t>
            </a:r>
            <a:r>
              <a:rPr sz="3800">
                <a:latin typeface="Verdana"/>
              </a:rPr>
              <a:t>    </a:t>
            </a:r>
            <a:r>
              <a:rPr sz="3800" b="1">
                <a:solidFill>
                  <a:srgbClr val="3A2A4D"/>
                </a:solidFill>
                <a:latin typeface="Verdana"/>
              </a:rPr>
              <a:t>ten</a:t>
            </a:r>
            <a:r>
              <a:rPr sz="3800">
                <a:latin typeface="Verdana"/>
              </a:rPr>
              <a:t>    </a:t>
            </a:r>
            <a:r>
              <a:rPr sz="3800" b="1">
                <a:solidFill>
                  <a:srgbClr val="1565C0"/>
                </a:solidFill>
                <a:latin typeface="Verdana"/>
              </a:rPr>
              <a:t>red</a:t>
            </a:r>
          </a:p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kit</a:t>
            </a:r>
            <a:r>
              <a:rPr sz="3800">
                <a:latin typeface="Verdana"/>
              </a:rPr>
              <a:t>    </a:t>
            </a:r>
            <a:r>
              <a:rPr sz="3800" b="1">
                <a:solidFill>
                  <a:srgbClr val="0E7490"/>
                </a:solidFill>
                <a:latin typeface="Verdana"/>
              </a:rPr>
              <a:t>dad</a:t>
            </a:r>
            <a:r>
              <a:rPr sz="3800">
                <a:latin typeface="Verdana"/>
              </a:rPr>
              <a:t>    </a:t>
            </a:r>
            <a:r>
              <a:rPr sz="3800" b="1">
                <a:solidFill>
                  <a:srgbClr val="3A2A4D"/>
                </a:solidFill>
                <a:latin typeface="Verdana"/>
              </a:rPr>
              <a:t>rat</a:t>
            </a:r>
            <a:r>
              <a:rPr sz="3800">
                <a:latin typeface="Verdana"/>
              </a:rPr>
              <a:t>    </a:t>
            </a:r>
            <a:r>
              <a:rPr sz="3800" b="1">
                <a:solidFill>
                  <a:srgbClr val="1565C0"/>
                </a:solidFill>
                <a:latin typeface="Verdana"/>
              </a:rPr>
              <a:t>pen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1094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1565C0"/>
                </a:solidFill>
                <a:latin typeface="Verdana"/>
              </a:rPr>
              <a:t>HW check 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Colours 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Trebuchet MS"/>
              </a:rPr>
              <a:t>Click the colour!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1783080"/>
            <a:ext cx="96012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d.png">
            <a:hlinkClick action="ppaction://hlinksldjump"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2011680"/>
            <a:ext cx="1146048" cy="1828800"/>
          </a:xfrm>
          <a:prstGeom prst="rect">
            <a:avLst/>
          </a:prstGeom>
        </p:spPr>
      </p:pic>
      <p:pic>
        <p:nvPicPr>
          <p:cNvPr id="8" name="Picture 7" descr="green.png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011680"/>
            <a:ext cx="1121664" cy="1828800"/>
          </a:xfrm>
          <a:prstGeom prst="rect">
            <a:avLst/>
          </a:prstGeom>
        </p:spPr>
      </p:pic>
      <p:pic>
        <p:nvPicPr>
          <p:cNvPr id="9" name="Picture 8" descr="blue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0" y="2011680"/>
            <a:ext cx="1121664" cy="1828800"/>
          </a:xfrm>
          <a:prstGeom prst="rect">
            <a:avLst/>
          </a:prstGeom>
        </p:spPr>
      </p:pic>
      <p:pic>
        <p:nvPicPr>
          <p:cNvPr id="10" name="Picture 9" descr="orange.png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4560" y="4023360"/>
            <a:ext cx="1146048" cy="1828800"/>
          </a:xfrm>
          <a:prstGeom prst="rect">
            <a:avLst/>
          </a:prstGeom>
        </p:spPr>
      </p:pic>
      <p:pic>
        <p:nvPicPr>
          <p:cNvPr id="11" name="Picture 10" descr="pink.png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9200" y="4023360"/>
            <a:ext cx="1133856" cy="1828800"/>
          </a:xfrm>
          <a:prstGeom prst="rect">
            <a:avLst/>
          </a:prstGeom>
        </p:spPr>
      </p:pic>
      <p:pic>
        <p:nvPicPr>
          <p:cNvPr id="12" name="Picture 11" descr="yellow.png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63840" y="4023360"/>
            <a:ext cx="1133856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554480"/>
            <a:ext cx="44805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1828800"/>
            <a:ext cx="1948282" cy="3108960"/>
          </a:xfrm>
          <a:prstGeom prst="rect">
            <a:avLst/>
          </a:prstGeom>
        </p:spPr>
      </p:pic>
      <p:sp>
        <p:nvSpPr>
          <p:cNvPr id="7" name="Rounded Rectangle 6">
            <a:hlinkClick action="ppaction://hlinksldjump" r:id="rId3"/>
          </p:cNvPr>
          <p:cNvSpPr/>
          <p:nvPr/>
        </p:nvSpPr>
        <p:spPr>
          <a:xfrm>
            <a:off x="4937760" y="5577840"/>
            <a:ext cx="228600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green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554480"/>
            <a:ext cx="44805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1828800"/>
            <a:ext cx="1906829" cy="3108960"/>
          </a:xfrm>
          <a:prstGeom prst="rect">
            <a:avLst/>
          </a:prstGeom>
        </p:spPr>
      </p:pic>
      <p:sp>
        <p:nvSpPr>
          <p:cNvPr id="7" name="Rounded Rectangle 6">
            <a:hlinkClick action="ppaction://hlinksldjump" r:id="rId3"/>
          </p:cNvPr>
          <p:cNvSpPr/>
          <p:nvPr/>
        </p:nvSpPr>
        <p:spPr>
          <a:xfrm>
            <a:off x="4937760" y="5577840"/>
            <a:ext cx="228600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blue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554480"/>
            <a:ext cx="44805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1828800"/>
            <a:ext cx="1906829" cy="3108960"/>
          </a:xfrm>
          <a:prstGeom prst="rect">
            <a:avLst/>
          </a:prstGeom>
        </p:spPr>
      </p:pic>
      <p:sp>
        <p:nvSpPr>
          <p:cNvPr id="7" name="Rounded Rectangle 6">
            <a:hlinkClick action="ppaction://hlinksldjump" r:id="rId3"/>
          </p:cNvPr>
          <p:cNvSpPr/>
          <p:nvPr/>
        </p:nvSpPr>
        <p:spPr>
          <a:xfrm>
            <a:off x="4937760" y="5577840"/>
            <a:ext cx="228600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orange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554480"/>
            <a:ext cx="44805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1828800"/>
            <a:ext cx="1948282" cy="3108960"/>
          </a:xfrm>
          <a:prstGeom prst="rect">
            <a:avLst/>
          </a:prstGeom>
        </p:spPr>
      </p:pic>
      <p:sp>
        <p:nvSpPr>
          <p:cNvPr id="7" name="Rounded Rectangle 6">
            <a:hlinkClick action="ppaction://hlinksldjump" r:id="rId3"/>
          </p:cNvPr>
          <p:cNvSpPr/>
          <p:nvPr/>
        </p:nvSpPr>
        <p:spPr>
          <a:xfrm>
            <a:off x="4937760" y="5577840"/>
            <a:ext cx="228600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pink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554480"/>
            <a:ext cx="44805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1828800"/>
            <a:ext cx="1927555" cy="3108960"/>
          </a:xfrm>
          <a:prstGeom prst="rect">
            <a:avLst/>
          </a:prstGeom>
        </p:spPr>
      </p:pic>
      <p:sp>
        <p:nvSpPr>
          <p:cNvPr id="7" name="Rounded Rectangle 6">
            <a:hlinkClick action="ppaction://hlinksldjump" r:id="rId3"/>
          </p:cNvPr>
          <p:cNvSpPr/>
          <p:nvPr/>
        </p:nvSpPr>
        <p:spPr>
          <a:xfrm>
            <a:off x="4937760" y="5577840"/>
            <a:ext cx="228600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yellow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554480"/>
            <a:ext cx="448056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yel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1828800"/>
            <a:ext cx="1927555" cy="3108960"/>
          </a:xfrm>
          <a:prstGeom prst="rect">
            <a:avLst/>
          </a:prstGeom>
        </p:spPr>
      </p:pic>
      <p:sp>
        <p:nvSpPr>
          <p:cNvPr id="7" name="Rounded Rectangle 6">
            <a:hlinkClick action="ppaction://hlinksldjump" r:id="rId3"/>
          </p:cNvPr>
          <p:cNvSpPr/>
          <p:nvPr/>
        </p:nvSpPr>
        <p:spPr>
          <a:xfrm>
            <a:off x="4937760" y="5577840"/>
            <a:ext cx="228600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many? 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737360"/>
            <a:ext cx="96012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9860" y="2103120"/>
            <a:ext cx="1489862" cy="2377440"/>
          </a:xfrm>
          <a:prstGeom prst="rect">
            <a:avLst/>
          </a:prstGeom>
        </p:spPr>
      </p:pic>
      <p:pic>
        <p:nvPicPr>
          <p:cNvPr id="7" name="Picture 6" descr="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2940" y="2103120"/>
            <a:ext cx="1489862" cy="2377440"/>
          </a:xfrm>
          <a:prstGeom prst="rect">
            <a:avLst/>
          </a:prstGeom>
        </p:spPr>
      </p:pic>
      <p:pic>
        <p:nvPicPr>
          <p:cNvPr id="8" name="Picture 7" descr="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6020" y="2103120"/>
            <a:ext cx="1489862" cy="2377440"/>
          </a:xfrm>
          <a:prstGeom prst="rect">
            <a:avLst/>
          </a:prstGeom>
        </p:spPr>
      </p:pic>
      <p:pic>
        <p:nvPicPr>
          <p:cNvPr id="9" name="Picture 8" descr="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100" y="2103120"/>
            <a:ext cx="1489862" cy="2377440"/>
          </a:xfrm>
          <a:prstGeom prst="rect">
            <a:avLst/>
          </a:prstGeom>
        </p:spPr>
      </p:pic>
      <p:sp>
        <p:nvSpPr>
          <p:cNvPr id="10" name="Rounded Rectangle 9">
            <a:hlinkClick action="ppaction://hlinksldjump" r:id="rId3"/>
          </p:cNvPr>
          <p:cNvSpPr/>
          <p:nvPr/>
        </p:nvSpPr>
        <p:spPr>
          <a:xfrm>
            <a:off x="4632960" y="530352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565C0"/>
                </a:solidFill>
                <a:latin typeface="Verdana"/>
              </a:rPr>
              <a:t>Check 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many? 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737360"/>
            <a:ext cx="96012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320" y="2103120"/>
            <a:ext cx="1458163" cy="2377440"/>
          </a:xfrm>
          <a:prstGeom prst="rect">
            <a:avLst/>
          </a:prstGeom>
        </p:spPr>
      </p:pic>
      <p:pic>
        <p:nvPicPr>
          <p:cNvPr id="7" name="Picture 6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400" y="2103120"/>
            <a:ext cx="1458163" cy="2377440"/>
          </a:xfrm>
          <a:prstGeom prst="rect">
            <a:avLst/>
          </a:prstGeom>
        </p:spPr>
      </p:pic>
      <p:pic>
        <p:nvPicPr>
          <p:cNvPr id="8" name="Picture 7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03120"/>
            <a:ext cx="1458163" cy="2377440"/>
          </a:xfrm>
          <a:prstGeom prst="rect">
            <a:avLst/>
          </a:prstGeom>
        </p:spPr>
      </p:pic>
      <p:pic>
        <p:nvPicPr>
          <p:cNvPr id="9" name="Picture 8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7560" y="2103120"/>
            <a:ext cx="1458163" cy="2377440"/>
          </a:xfrm>
          <a:prstGeom prst="rect">
            <a:avLst/>
          </a:prstGeom>
        </p:spPr>
      </p:pic>
      <p:pic>
        <p:nvPicPr>
          <p:cNvPr id="10" name="Picture 9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0640" y="2103120"/>
            <a:ext cx="1458163" cy="2377440"/>
          </a:xfrm>
          <a:prstGeom prst="rect">
            <a:avLst/>
          </a:prstGeom>
        </p:spPr>
      </p:pic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4632960" y="530352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565C0"/>
                </a:solidFill>
                <a:latin typeface="Verdana"/>
              </a:rPr>
              <a:t>Check 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many? 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737360"/>
            <a:ext cx="96012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yel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400" y="2103120"/>
            <a:ext cx="1474013" cy="2377440"/>
          </a:xfrm>
          <a:prstGeom prst="rect">
            <a:avLst/>
          </a:prstGeom>
        </p:spPr>
      </p:pic>
      <p:pic>
        <p:nvPicPr>
          <p:cNvPr id="7" name="Picture 6" descr="yel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03120"/>
            <a:ext cx="1474013" cy="2377440"/>
          </a:xfrm>
          <a:prstGeom prst="rect">
            <a:avLst/>
          </a:prstGeom>
        </p:spPr>
      </p:pic>
      <p:pic>
        <p:nvPicPr>
          <p:cNvPr id="8" name="Picture 7" descr="yel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7560" y="2103120"/>
            <a:ext cx="1474013" cy="2377440"/>
          </a:xfrm>
          <a:prstGeom prst="rect">
            <a:avLst/>
          </a:prstGeom>
        </p:spPr>
      </p:pic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632960" y="530352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565C0"/>
                </a:solidFill>
                <a:latin typeface="Verdana"/>
              </a:rPr>
              <a:t>Check 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many? 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667512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1094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600" b="1">
                <a:solidFill>
                  <a:srgbClr val="2EA84F"/>
                </a:solidFill>
                <a:latin typeface="Verdana"/>
              </a:rPr>
              <a:t>4 — four 🎉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4724400" y="5303520"/>
            <a:ext cx="274320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565C0"/>
                </a:solidFill>
                <a:latin typeface="Verdana"/>
              </a:rPr>
              <a:t>Next 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many? 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667512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1094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600" b="1">
                <a:solidFill>
                  <a:srgbClr val="2EA84F"/>
                </a:solidFill>
                <a:latin typeface="Verdana"/>
              </a:rPr>
              <a:t>5 — five 🎉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4724400" y="5303520"/>
            <a:ext cx="274320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565C0"/>
                </a:solidFill>
                <a:latin typeface="Verdana"/>
              </a:rPr>
              <a:t>Next →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How many? 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667512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1094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600" b="1">
                <a:solidFill>
                  <a:srgbClr val="2EA84F"/>
                </a:solidFill>
                <a:latin typeface="Verdana"/>
              </a:rPr>
              <a:t>3 — three 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Roll &amp; read 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463040"/>
            <a:ext cx="960120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1828800" y="1737360"/>
            <a:ext cx="25603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7B1FA2"/>
                </a:solidFill>
                <a:latin typeface="Verdana"/>
              </a:rPr>
              <a:t>1   sat</a:t>
            </a:r>
          </a:p>
        </p:txBody>
      </p:sp>
      <p:sp>
        <p:nvSpPr>
          <p:cNvPr id="7" name="Rounded Rectangle 6">
            <a:hlinkClick action="ppaction://hlinksldjump" r:id="rId3"/>
          </p:cNvPr>
          <p:cNvSpPr/>
          <p:nvPr/>
        </p:nvSpPr>
        <p:spPr>
          <a:xfrm>
            <a:off x="4754880" y="1737360"/>
            <a:ext cx="25603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0E7490"/>
                </a:solidFill>
                <a:latin typeface="Verdana"/>
              </a:rPr>
              <a:t>2   pin</a:t>
            </a:r>
          </a:p>
        </p:txBody>
      </p:sp>
      <p:sp>
        <p:nvSpPr>
          <p:cNvPr id="8" name="Rounded Rectangle 7">
            <a:hlinkClick action="ppaction://hlinksldjump" r:id="rId4"/>
          </p:cNvPr>
          <p:cNvSpPr/>
          <p:nvPr/>
        </p:nvSpPr>
        <p:spPr>
          <a:xfrm>
            <a:off x="7680960" y="1737360"/>
            <a:ext cx="25603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1565C0"/>
                </a:solidFill>
                <a:latin typeface="Verdana"/>
              </a:rPr>
              <a:t>3   ten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1828800" y="3108960"/>
            <a:ext cx="25603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7B1FA2"/>
                </a:solidFill>
                <a:latin typeface="Verdana"/>
              </a:rPr>
              <a:t>4   red</a:t>
            </a:r>
          </a:p>
        </p:txBody>
      </p:sp>
      <p:sp>
        <p:nvSpPr>
          <p:cNvPr id="10" name="Rounded Rectangle 9">
            <a:hlinkClick action="ppaction://hlinksldjump" r:id="rId6"/>
          </p:cNvPr>
          <p:cNvSpPr/>
          <p:nvPr/>
        </p:nvSpPr>
        <p:spPr>
          <a:xfrm>
            <a:off x="4754880" y="3108960"/>
            <a:ext cx="25603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0E7490"/>
                </a:solidFill>
                <a:latin typeface="Verdana"/>
              </a:rPr>
              <a:t>5   kit</a:t>
            </a:r>
          </a:p>
        </p:txBody>
      </p:sp>
      <p:sp>
        <p:nvSpPr>
          <p:cNvPr id="11" name="Rounded Rectangle 10">
            <a:hlinkClick action="ppaction://hlinksldjump" r:id="rId7"/>
          </p:cNvPr>
          <p:cNvSpPr/>
          <p:nvPr/>
        </p:nvSpPr>
        <p:spPr>
          <a:xfrm>
            <a:off x="7680960" y="3108960"/>
            <a:ext cx="25603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1565C0"/>
                </a:solidFill>
                <a:latin typeface="Verdana"/>
              </a:rPr>
              <a:t>6   dad</a:t>
            </a:r>
          </a:p>
        </p:txBody>
      </p:sp>
      <p:sp>
        <p:nvSpPr>
          <p:cNvPr id="12" name="Rounded Rectangle 11">
            <a:hlinkClick action="ppaction://hlinksldjump" r:id="rId2"/>
          </p:cNvPr>
          <p:cNvSpPr/>
          <p:nvPr/>
        </p:nvSpPr>
        <p:spPr>
          <a:xfrm>
            <a:off x="3901440" y="4937760"/>
            <a:ext cx="438912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7B1FA2"/>
                </a:solidFill>
                <a:latin typeface="Verdana"/>
              </a:rPr>
              <a:t>🎲  Roll the dice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🎲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7B1FA2"/>
                </a:solidFill>
                <a:latin typeface="Verdana"/>
              </a:rPr>
              <a:t>sat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356616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565C0"/>
                </a:solidFill>
                <a:latin typeface="Verdana"/>
              </a:rPr>
              <a:t>🎲 Again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630936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🎲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7B1FA2"/>
                </a:solidFill>
                <a:latin typeface="Verdana"/>
              </a:rPr>
              <a:t>pin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356616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565C0"/>
                </a:solidFill>
                <a:latin typeface="Verdana"/>
              </a:rPr>
              <a:t>🎲 Again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630936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🎲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7B1FA2"/>
                </a:solidFill>
                <a:latin typeface="Verdana"/>
              </a:rPr>
              <a:t>ten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356616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565C0"/>
                </a:solidFill>
                <a:latin typeface="Verdana"/>
              </a:rPr>
              <a:t>🎲 Again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630936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🎲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7B1FA2"/>
                </a:solidFill>
                <a:latin typeface="Verdana"/>
              </a:rPr>
              <a:t>red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356616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565C0"/>
                </a:solidFill>
                <a:latin typeface="Verdana"/>
              </a:rPr>
              <a:t>🎲 Again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630936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🎲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7B1FA2"/>
                </a:solidFill>
                <a:latin typeface="Verdana"/>
              </a:rPr>
              <a:t>kit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356616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565C0"/>
                </a:solidFill>
                <a:latin typeface="Verdana"/>
              </a:rPr>
              <a:t>🎲 Again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630936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🎲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>
                <a:solidFill>
                  <a:srgbClr val="7B1FA2"/>
                </a:solidFill>
                <a:latin typeface="Verdana"/>
              </a:rPr>
              <a:t>dad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356616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565C0"/>
                </a:solidFill>
                <a:latin typeface="Verdana"/>
              </a:rPr>
              <a:t>🎲 Again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6309360" y="5212080"/>
            <a:ext cx="237744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B7280"/>
                </a:solidFill>
                <a:latin typeface="Verdana"/>
              </a:rPr>
              <a:t>↩ Back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Test 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667512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094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7B1FA2"/>
                </a:solidFill>
                <a:latin typeface="Verdana"/>
              </a:rPr>
              <a:t>Unit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3A2A4D"/>
                </a:solidFill>
                <a:latin typeface="Verdana"/>
              </a:rPr>
              <a:t>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1094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Trebuchet MS"/>
              </a:rPr>
              <a:t>paste the test link here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Я могу! 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737360"/>
            <a:ext cx="850392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68880" y="2103120"/>
            <a:ext cx="7223760" cy="3383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3A2A4D"/>
                </a:solidFill>
                <a:latin typeface="Trebuchet MS"/>
              </a:rPr>
              <a:t>Здороваться и знакомиться: Hello! I’m …</a:t>
            </a:r>
          </a:p>
          <a:p>
            <a:pPr algn="l"/>
            <a:r>
              <a:rPr sz="2400" b="0">
                <a:solidFill>
                  <a:srgbClr val="3A2A4D"/>
                </a:solidFill>
                <a:latin typeface="Trebuchet MS"/>
              </a:rPr>
              <a:t>Называть цвета: red, green, blue, orange, pink, yellow</a:t>
            </a:r>
          </a:p>
          <a:p>
            <a:pPr algn="l"/>
            <a:r>
              <a:rPr sz="2400" b="0">
                <a:solidFill>
                  <a:srgbClr val="3A2A4D"/>
                </a:solidFill>
                <a:latin typeface="Trebuchet MS"/>
              </a:rPr>
              <a:t>Считать до 10</a:t>
            </a:r>
          </a:p>
          <a:p>
            <a:pPr algn="l"/>
            <a:r>
              <a:rPr sz="2400" b="0">
                <a:solidFill>
                  <a:srgbClr val="3A2A4D"/>
                </a:solidFill>
                <a:latin typeface="Trebuchet MS"/>
              </a:rPr>
              <a:t>Читать слова: sat, pin, ten, red, kit, dad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1565C0"/>
                </a:solidFill>
                <a:latin typeface="Verdana"/>
              </a:rPr>
              <a:t>Assign HW 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6B7280"/>
                </a:solidFill>
                <a:latin typeface="Trebuchet MS"/>
              </a:rPr>
              <a:t>NO HW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Rate the lesson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2011680"/>
            <a:ext cx="813816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94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3A2A4D"/>
                </a:solidFill>
                <a:latin typeface="Verdana"/>
              </a:rPr>
              <a:t>⭐ ⭐ ⭐ ⭐ 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11094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7B1FA2"/>
                </a:solidFill>
                <a:latin typeface="Verdana"/>
              </a:rPr>
              <a:t>Bye-bye! 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⏱ Reading race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828800"/>
            <a:ext cx="960120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10947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3A2A4D"/>
                </a:solidFill>
                <a:latin typeface="Verdana"/>
              </a:rPr>
              <a:t>sat   pin   ten   red   kit   dad   rat   pen   den   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11094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Trebuchet MS"/>
              </a:rPr>
              <a:t>Read the line. Faster!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7B1FA2"/>
                </a:solidFill>
                <a:latin typeface="Verdana"/>
              </a:rPr>
              <a:t>🔍 Find &amp; read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554480"/>
            <a:ext cx="640080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0" y="173736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7B1FA2"/>
                </a:solidFill>
                <a:latin typeface="Verdana"/>
              </a:rPr>
              <a:t>sat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73736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0E7490"/>
                </a:solidFill>
                <a:latin typeface="Verdana"/>
              </a:rPr>
              <a:t>pin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73736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1565C0"/>
                </a:solidFill>
                <a:latin typeface="Verdana"/>
              </a:rPr>
              <a:t>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97180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7B1FA2"/>
                </a:solidFill>
                <a:latin typeface="Verdana"/>
              </a:rPr>
              <a:t>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97180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0E7490"/>
                </a:solidFill>
                <a:latin typeface="Verdana"/>
              </a:rPr>
              <a:t>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97180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1565C0"/>
                </a:solidFill>
                <a:latin typeface="Verdana"/>
              </a:rPr>
              <a:t>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420624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7B1FA2"/>
                </a:solidFill>
                <a:latin typeface="Verdana"/>
              </a:rPr>
              <a:t>rat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20624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0E7490"/>
                </a:solidFill>
                <a:latin typeface="Verdana"/>
              </a:rPr>
              <a:t>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4206240"/>
            <a:ext cx="1828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1565C0"/>
                </a:solidFill>
                <a:latin typeface="Verdana"/>
              </a:rPr>
              <a:t>as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029200"/>
            <a:ext cx="3108960" cy="3108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7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565C0"/>
                </a:solidFill>
                <a:latin typeface="Verdana"/>
              </a:rPr>
              <a:t>🎯 Colour bingo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463040"/>
            <a:ext cx="96012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737360"/>
            <a:ext cx="1203350" cy="1920240"/>
          </a:xfrm>
          <a:prstGeom prst="rect">
            <a:avLst/>
          </a:prstGeom>
        </p:spPr>
      </p:pic>
      <p:pic>
        <p:nvPicPr>
          <p:cNvPr id="7" name="Picture 6" descr="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737360"/>
            <a:ext cx="1177747" cy="1920240"/>
          </a:xfrm>
          <a:prstGeom prst="rect">
            <a:avLst/>
          </a:prstGeom>
        </p:spPr>
      </p:pic>
      <p:pic>
        <p:nvPicPr>
          <p:cNvPr id="8" name="Picture 7" descr="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1737360"/>
            <a:ext cx="1177747" cy="1920240"/>
          </a:xfrm>
          <a:prstGeom prst="rect">
            <a:avLst/>
          </a:prstGeom>
        </p:spPr>
      </p:pic>
      <p:pic>
        <p:nvPicPr>
          <p:cNvPr id="9" name="Picture 8" descr="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4560" y="3840480"/>
            <a:ext cx="1203350" cy="1920240"/>
          </a:xfrm>
          <a:prstGeom prst="rect">
            <a:avLst/>
          </a:prstGeom>
        </p:spPr>
      </p:pic>
      <p:pic>
        <p:nvPicPr>
          <p:cNvPr id="10" name="Picture 9" descr="p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840480"/>
            <a:ext cx="1190549" cy="1920240"/>
          </a:xfrm>
          <a:prstGeom prst="rect">
            <a:avLst/>
          </a:prstGeom>
        </p:spPr>
      </p:pic>
      <p:pic>
        <p:nvPicPr>
          <p:cNvPr id="11" name="Picture 10" descr="yello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3840480"/>
            <a:ext cx="1190549" cy="19202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186</Words>
  <Application>Microsoft Office PowerPoint</Application>
  <PresentationFormat>Широкоэкранный</PresentationFormat>
  <Paragraphs>56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Trebuchet MS</vt:lpstr>
      <vt:lpstr>Verdana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U1 L7 Revision + Test (2ed)</dc:title>
  <dc:subject>PptxGenJS Presentation</dc:subject>
  <dc:creator>WowSpeak</dc:creator>
  <cp:lastModifiedBy>Алёна Губенко</cp:lastModifiedBy>
  <cp:revision>2</cp:revision>
  <dcterms:created xsi:type="dcterms:W3CDTF">2026-06-15T18:33:07Z</dcterms:created>
  <dcterms:modified xsi:type="dcterms:W3CDTF">2026-06-16T18:26:09Z</dcterms:modified>
</cp:coreProperties>
</file>