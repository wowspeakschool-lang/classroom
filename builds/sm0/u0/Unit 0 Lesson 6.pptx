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6"/>
    <p:sldId id="263" r:id="rId5"/>
    <p:sldId id="264" r:id="rId4"/>
    <p:sldId id="265" r:id="rId3"/>
    <p:sldId id="266" r:id="rId2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60" d="100"/>
          <a:sy n="60" d="100"/>
        </p:scale>
        <p:origin x="78" y="107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1.xml"/><Relationship Id="rId3" Type="http://schemas.openxmlformats.org/officeDocument/2006/relationships/slide" Target="slides/slide10.xml"/><Relationship Id="rId4" Type="http://schemas.openxmlformats.org/officeDocument/2006/relationships/slide" Target="slides/slide9.xml"/><Relationship Id="rId5" Type="http://schemas.openxmlformats.org/officeDocument/2006/relationships/slide" Target="slides/slide8.xml"/><Relationship Id="rId6" Type="http://schemas.openxmlformats.org/officeDocument/2006/relationships/slide" Target="slides/slide7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533429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slide" Target="slide6.xml"/><Relationship Id="rId4" Type="http://schemas.openxmlformats.org/officeDocument/2006/relationships/image" Target="../media/image2.png"/><Relationship Id="rId5" Type="http://schemas.openxmlformats.org/officeDocument/2006/relationships/slide" Target="slide7.xml"/><Relationship Id="rId6" Type="http://schemas.openxmlformats.org/officeDocument/2006/relationships/image" Target="../media/image3.png"/><Relationship Id="rId7" Type="http://schemas.openxmlformats.org/officeDocument/2006/relationships/slide" Target="slide8.xml"/><Relationship Id="rId8" Type="http://schemas.openxmlformats.org/officeDocument/2006/relationships/image" Target="../media/image4.png"/><Relationship Id="rId9" Type="http://schemas.openxmlformats.org/officeDocument/2006/relationships/slide" Target="slide9.xml"/><Relationship Id="rId10" Type="http://schemas.openxmlformats.org/officeDocument/2006/relationships/image" Target="../media/image5.png"/><Relationship Id="rId11" Type="http://schemas.openxmlformats.org/officeDocument/2006/relationships/slide" Target="slide10.xml"/><Relationship Id="rId12" Type="http://schemas.openxmlformats.org/officeDocument/2006/relationships/image" Target="../media/image6.png"/><Relationship Id="rId13" Type="http://schemas.openxmlformats.org/officeDocument/2006/relationships/slide" Target="slide1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slide" Target="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slide" Target="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slide" Target="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slide" Target="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slide" Target="slide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slide" Target="slide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slide" Target="slide1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slide" Target="slide1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slide" Target="slide1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" Target="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" Target="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" Target="slide19.xml"/><Relationship Id="rId3" Type="http://schemas.openxmlformats.org/officeDocument/2006/relationships/slide" Target="slide20.xml"/><Relationship Id="rId4" Type="http://schemas.openxmlformats.org/officeDocument/2006/relationships/slide" Target="slide21.xml"/><Relationship Id="rId5" Type="http://schemas.openxmlformats.org/officeDocument/2006/relationships/slide" Target="slide22.xml"/><Relationship Id="rId6" Type="http://schemas.openxmlformats.org/officeDocument/2006/relationships/slide" Target="slide23.xml"/><Relationship Id="rId7" Type="http://schemas.openxmlformats.org/officeDocument/2006/relationships/slide" Target="slide2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" Target="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" Target="slide1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" Target="slide1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" Target="slide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" Target="slide18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" Target="slide18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E4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24160" y="5029200"/>
            <a:ext cx="3108960" cy="31089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920240"/>
            <a:ext cx="110947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1565C0"/>
                </a:solidFill>
                <a:latin typeface="Verdana"/>
              </a:rPr>
              <a:t>Unit 0 · Lesson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017520"/>
            <a:ext cx="1109472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000" b="1">
                <a:solidFill>
                  <a:srgbClr val="7B1FA2"/>
                </a:solidFill>
                <a:latin typeface="Verdana"/>
              </a:rPr>
              <a:t>Say Hello! 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572000"/>
            <a:ext cx="110947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0">
                <a:solidFill>
                  <a:srgbClr val="6B7280"/>
                </a:solidFill>
                <a:latin typeface="Trebuchet MS"/>
              </a:rPr>
              <a:t>Revision + Test · Super Minds Starter · WowSpeak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3F0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24160" y="5029200"/>
            <a:ext cx="3108960" cy="31089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109472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800" b="1">
                <a:solidFill>
                  <a:srgbClr val="1565C0"/>
                </a:solidFill>
                <a:latin typeface="Verdana"/>
              </a:rPr>
              <a:t>How are you?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463040" y="1737360"/>
            <a:ext cx="9235440" cy="4206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2194560"/>
            <a:ext cx="256032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600" b="1">
                <a:solidFill>
                  <a:srgbClr val="3A2A4D"/>
                </a:solidFill>
                <a:latin typeface="Verdana"/>
              </a:rPr>
              <a:t>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4206240"/>
            <a:ext cx="256032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800" b="1">
                <a:solidFill>
                  <a:srgbClr val="3A2A4D"/>
                </a:solidFill>
                <a:latin typeface="Verdana"/>
              </a:rPr>
              <a:t>happy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0" y="2194560"/>
            <a:ext cx="256032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600" b="1">
                <a:solidFill>
                  <a:srgbClr val="3A2A4D"/>
                </a:solidFill>
                <a:latin typeface="Verdana"/>
              </a:rPr>
              <a:t>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4206240"/>
            <a:ext cx="256032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800" b="1">
                <a:solidFill>
                  <a:srgbClr val="3A2A4D"/>
                </a:solidFill>
                <a:latin typeface="Verdana"/>
              </a:rPr>
              <a:t>sad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2194560"/>
            <a:ext cx="256032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600" b="1">
                <a:solidFill>
                  <a:srgbClr val="3A2A4D"/>
                </a:solidFill>
                <a:latin typeface="Verdana"/>
              </a:rPr>
              <a:t>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0" y="4206240"/>
            <a:ext cx="256032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800" b="1">
                <a:solidFill>
                  <a:srgbClr val="3A2A4D"/>
                </a:solidFill>
                <a:latin typeface="Verdana"/>
              </a:rPr>
              <a:t>angry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E4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24160" y="5029200"/>
            <a:ext cx="3108960" cy="31089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109472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800" b="1">
                <a:solidFill>
                  <a:srgbClr val="7B1FA2"/>
                </a:solidFill>
                <a:latin typeface="Verdana"/>
              </a:rPr>
              <a:t>Read! 📖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737360"/>
            <a:ext cx="9601200" cy="4023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1920240"/>
            <a:ext cx="9235440" cy="3566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800" b="1">
                <a:solidFill>
                  <a:srgbClr val="7B1FA2"/>
                </a:solidFill>
                <a:latin typeface="Verdana"/>
              </a:rPr>
              <a:t>sat</a:t>
            </a:r>
            <a:r>
              <a:rPr sz="3800">
                <a:latin typeface="Verdana"/>
              </a:rPr>
              <a:t>    </a:t>
            </a:r>
            <a:r>
              <a:rPr sz="3800" b="1">
                <a:solidFill>
                  <a:srgbClr val="0E7490"/>
                </a:solidFill>
                <a:latin typeface="Verdana"/>
              </a:rPr>
              <a:t>pin</a:t>
            </a:r>
            <a:r>
              <a:rPr sz="3800">
                <a:latin typeface="Verdana"/>
              </a:rPr>
              <a:t>    </a:t>
            </a:r>
            <a:r>
              <a:rPr sz="3800" b="1">
                <a:solidFill>
                  <a:srgbClr val="3A2A4D"/>
                </a:solidFill>
                <a:latin typeface="Verdana"/>
              </a:rPr>
              <a:t>ten</a:t>
            </a:r>
            <a:r>
              <a:rPr sz="3800">
                <a:latin typeface="Verdana"/>
              </a:rPr>
              <a:t>    </a:t>
            </a:r>
            <a:r>
              <a:rPr sz="3800" b="1">
                <a:solidFill>
                  <a:srgbClr val="1565C0"/>
                </a:solidFill>
                <a:latin typeface="Verdana"/>
              </a:rPr>
              <a:t>red</a:t>
            </a:r>
          </a:p>
          <a:p>
            <a:pPr algn="ctr"/>
            <a:r>
              <a:rPr sz="3800" b="1">
                <a:solidFill>
                  <a:srgbClr val="7B1FA2"/>
                </a:solidFill>
                <a:latin typeface="Verdana"/>
              </a:rPr>
              <a:t>kit</a:t>
            </a:r>
            <a:r>
              <a:rPr sz="3800">
                <a:latin typeface="Verdana"/>
              </a:rPr>
              <a:t>    </a:t>
            </a:r>
            <a:r>
              <a:rPr sz="3800" b="1">
                <a:solidFill>
                  <a:srgbClr val="0E7490"/>
                </a:solidFill>
                <a:latin typeface="Verdana"/>
              </a:rPr>
              <a:t>dad</a:t>
            </a:r>
            <a:r>
              <a:rPr sz="3800">
                <a:latin typeface="Verdana"/>
              </a:rPr>
              <a:t>    </a:t>
            </a:r>
            <a:r>
              <a:rPr sz="3800" b="1">
                <a:solidFill>
                  <a:srgbClr val="3A2A4D"/>
                </a:solidFill>
                <a:latin typeface="Verdana"/>
              </a:rPr>
              <a:t>rat</a:t>
            </a:r>
            <a:r>
              <a:rPr sz="3800">
                <a:latin typeface="Verdana"/>
              </a:rPr>
              <a:t>    </a:t>
            </a:r>
            <a:r>
              <a:rPr sz="3800" b="1">
                <a:solidFill>
                  <a:srgbClr val="1565C0"/>
                </a:solidFill>
                <a:latin typeface="Verdana"/>
              </a:rPr>
              <a:t>pen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3F0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24160" y="5029200"/>
            <a:ext cx="3108960" cy="31089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0"/>
            <a:ext cx="1109472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000" b="1">
                <a:solidFill>
                  <a:srgbClr val="1565C0"/>
                </a:solidFill>
                <a:latin typeface="Verdana"/>
              </a:rPr>
              <a:t>HW check ✅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E4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24160" y="5029200"/>
            <a:ext cx="3108960" cy="31089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109472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800" b="1">
                <a:solidFill>
                  <a:srgbClr val="7B1FA2"/>
                </a:solidFill>
                <a:latin typeface="Verdana"/>
              </a:rPr>
              <a:t>Colours 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47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0">
                <a:solidFill>
                  <a:srgbClr val="6B7280"/>
                </a:solidFill>
                <a:latin typeface="Trebuchet MS"/>
              </a:rPr>
              <a:t>Click the colour!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280160" y="1783080"/>
            <a:ext cx="9601200" cy="4114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ed.png">
            <a:hlinkClick action="ppaction://hlinksldjump"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4560" y="2011680"/>
            <a:ext cx="1158240" cy="1828800"/>
          </a:xfrm>
          <a:prstGeom prst="rect">
            <a:avLst/>
          </a:prstGeom>
        </p:spPr>
      </p:pic>
      <p:pic>
        <p:nvPicPr>
          <p:cNvPr id="8" name="Picture 7" descr="green.png">
            <a:hlinkClick action="ppaction://hlinksldjump"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2011680"/>
            <a:ext cx="1158240" cy="1828800"/>
          </a:xfrm>
          <a:prstGeom prst="rect">
            <a:avLst/>
          </a:prstGeom>
        </p:spPr>
      </p:pic>
      <p:pic>
        <p:nvPicPr>
          <p:cNvPr id="9" name="Picture 8" descr="blue.png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63840" y="2011680"/>
            <a:ext cx="1158240" cy="1828800"/>
          </a:xfrm>
          <a:prstGeom prst="rect">
            <a:avLst/>
          </a:prstGeom>
        </p:spPr>
      </p:pic>
      <p:pic>
        <p:nvPicPr>
          <p:cNvPr id="10" name="Picture 9" descr="orange.png">
            <a:hlinkClick action="ppaction://hlinksldjump" r:id="rId9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194560" y="4023360"/>
            <a:ext cx="1153886" cy="1828800"/>
          </a:xfrm>
          <a:prstGeom prst="rect">
            <a:avLst/>
          </a:prstGeom>
        </p:spPr>
      </p:pic>
      <p:pic>
        <p:nvPicPr>
          <p:cNvPr id="11" name="Picture 10" descr="pink.png">
            <a:hlinkClick action="ppaction://hlinksldjump" r:id="rId11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29200" y="4023360"/>
            <a:ext cx="1145177" cy="1828800"/>
          </a:xfrm>
          <a:prstGeom prst="rect">
            <a:avLst/>
          </a:prstGeom>
        </p:spPr>
      </p:pic>
      <p:pic>
        <p:nvPicPr>
          <p:cNvPr id="12" name="Picture 11" descr="yellow.png">
            <a:hlinkClick action="ppaction://hlinksldjump" r:id="rId13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863840" y="4023360"/>
            <a:ext cx="1153886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3F0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24160" y="5029200"/>
            <a:ext cx="3108960" cy="31089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109472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800" b="1">
                <a:solidFill>
                  <a:srgbClr val="7B1FA2"/>
                </a:solidFill>
                <a:latin typeface="Verdana"/>
              </a:rPr>
              <a:t>red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40480" y="1554480"/>
            <a:ext cx="4480560" cy="374903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5880" y="1828800"/>
            <a:ext cx="1969008" cy="3108960"/>
          </a:xfrm>
          <a:prstGeom prst="rect">
            <a:avLst/>
          </a:prstGeom>
        </p:spPr>
      </p:pic>
      <p:sp>
        <p:nvSpPr>
          <p:cNvPr id="7" name="Rounded Rectangle 6">
            <a:hlinkClick action="ppaction://hlinksldjump" r:id="rId3"/>
          </p:cNvPr>
          <p:cNvSpPr/>
          <p:nvPr/>
        </p:nvSpPr>
        <p:spPr>
          <a:xfrm>
            <a:off x="4937760" y="5577840"/>
            <a:ext cx="2286000" cy="731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6B7280"/>
                </a:solidFill>
                <a:latin typeface="Verdana"/>
              </a:rPr>
              <a:t>↩ Back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E4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24160" y="5029200"/>
            <a:ext cx="3108960" cy="31089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109472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800" b="1">
                <a:solidFill>
                  <a:srgbClr val="7B1FA2"/>
                </a:solidFill>
                <a:latin typeface="Verdana"/>
              </a:rPr>
              <a:t>green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40480" y="1554480"/>
            <a:ext cx="4480560" cy="374903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5880" y="1828800"/>
            <a:ext cx="1969008" cy="3108960"/>
          </a:xfrm>
          <a:prstGeom prst="rect">
            <a:avLst/>
          </a:prstGeom>
        </p:spPr>
      </p:pic>
      <p:sp>
        <p:nvSpPr>
          <p:cNvPr id="7" name="Rounded Rectangle 6">
            <a:hlinkClick action="ppaction://hlinksldjump" r:id="rId3"/>
          </p:cNvPr>
          <p:cNvSpPr/>
          <p:nvPr/>
        </p:nvSpPr>
        <p:spPr>
          <a:xfrm>
            <a:off x="4937760" y="5577840"/>
            <a:ext cx="2286000" cy="731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6B7280"/>
                </a:solidFill>
                <a:latin typeface="Verdana"/>
              </a:rPr>
              <a:t>↩ Back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3F0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24160" y="5029200"/>
            <a:ext cx="3108960" cy="31089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109472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800" b="1">
                <a:solidFill>
                  <a:srgbClr val="7B1FA2"/>
                </a:solidFill>
                <a:latin typeface="Verdana"/>
              </a:rPr>
              <a:t>blue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40480" y="1554480"/>
            <a:ext cx="4480560" cy="374903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5880" y="1828800"/>
            <a:ext cx="1969008" cy="3108960"/>
          </a:xfrm>
          <a:prstGeom prst="rect">
            <a:avLst/>
          </a:prstGeom>
        </p:spPr>
      </p:pic>
      <p:sp>
        <p:nvSpPr>
          <p:cNvPr id="7" name="Rounded Rectangle 6">
            <a:hlinkClick action="ppaction://hlinksldjump" r:id="rId3"/>
          </p:cNvPr>
          <p:cNvSpPr/>
          <p:nvPr/>
        </p:nvSpPr>
        <p:spPr>
          <a:xfrm>
            <a:off x="4937760" y="5577840"/>
            <a:ext cx="2286000" cy="731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6B7280"/>
                </a:solidFill>
                <a:latin typeface="Verdana"/>
              </a:rPr>
              <a:t>↩ Back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E4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24160" y="5029200"/>
            <a:ext cx="3108960" cy="31089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109472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800" b="1">
                <a:solidFill>
                  <a:srgbClr val="7B1FA2"/>
                </a:solidFill>
                <a:latin typeface="Verdana"/>
              </a:rPr>
              <a:t>orange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40480" y="1554480"/>
            <a:ext cx="4480560" cy="374903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o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5880" y="1828800"/>
            <a:ext cx="1961606" cy="3108960"/>
          </a:xfrm>
          <a:prstGeom prst="rect">
            <a:avLst/>
          </a:prstGeom>
        </p:spPr>
      </p:pic>
      <p:sp>
        <p:nvSpPr>
          <p:cNvPr id="7" name="Rounded Rectangle 6">
            <a:hlinkClick action="ppaction://hlinksldjump" r:id="rId3"/>
          </p:cNvPr>
          <p:cNvSpPr/>
          <p:nvPr/>
        </p:nvSpPr>
        <p:spPr>
          <a:xfrm>
            <a:off x="4937760" y="5577840"/>
            <a:ext cx="2286000" cy="731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6B7280"/>
                </a:solidFill>
                <a:latin typeface="Verdana"/>
              </a:rPr>
              <a:t>↩ Back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3F0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24160" y="5029200"/>
            <a:ext cx="3108960" cy="31089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109472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800" b="1">
                <a:solidFill>
                  <a:srgbClr val="7B1FA2"/>
                </a:solidFill>
                <a:latin typeface="Verdana"/>
              </a:rPr>
              <a:t>pink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40480" y="1554480"/>
            <a:ext cx="4480560" cy="374903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in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5880" y="1828800"/>
            <a:ext cx="1946801" cy="3108960"/>
          </a:xfrm>
          <a:prstGeom prst="rect">
            <a:avLst/>
          </a:prstGeom>
        </p:spPr>
      </p:pic>
      <p:sp>
        <p:nvSpPr>
          <p:cNvPr id="7" name="Rounded Rectangle 6">
            <a:hlinkClick action="ppaction://hlinksldjump" r:id="rId3"/>
          </p:cNvPr>
          <p:cNvSpPr/>
          <p:nvPr/>
        </p:nvSpPr>
        <p:spPr>
          <a:xfrm>
            <a:off x="4937760" y="5577840"/>
            <a:ext cx="2286000" cy="731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6B7280"/>
                </a:solidFill>
                <a:latin typeface="Verdana"/>
              </a:rPr>
              <a:t>↩ Back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E4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24160" y="5029200"/>
            <a:ext cx="3108960" cy="31089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109472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800" b="1">
                <a:solidFill>
                  <a:srgbClr val="7B1FA2"/>
                </a:solidFill>
                <a:latin typeface="Verdana"/>
              </a:rPr>
              <a:t>yellow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40480" y="1554480"/>
            <a:ext cx="4480560" cy="374903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yel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5880" y="1828800"/>
            <a:ext cx="1961606" cy="3108960"/>
          </a:xfrm>
          <a:prstGeom prst="rect">
            <a:avLst/>
          </a:prstGeom>
        </p:spPr>
      </p:pic>
      <p:sp>
        <p:nvSpPr>
          <p:cNvPr id="7" name="Rounded Rectangle 6">
            <a:hlinkClick action="ppaction://hlinksldjump" r:id="rId3"/>
          </p:cNvPr>
          <p:cNvSpPr/>
          <p:nvPr/>
        </p:nvSpPr>
        <p:spPr>
          <a:xfrm>
            <a:off x="4937760" y="5577840"/>
            <a:ext cx="2286000" cy="731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6B7280"/>
                </a:solidFill>
                <a:latin typeface="Verdana"/>
              </a:rPr>
              <a:t>↩ Back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3F0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24160" y="5029200"/>
            <a:ext cx="3108960" cy="31089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109472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800" b="1">
                <a:solidFill>
                  <a:srgbClr val="1565C0"/>
                </a:solidFill>
                <a:latin typeface="Verdana"/>
              </a:rPr>
              <a:t>How many? 🔢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737360"/>
            <a:ext cx="9601200" cy="3291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9860" y="2103120"/>
            <a:ext cx="1505712" cy="2377440"/>
          </a:xfrm>
          <a:prstGeom prst="rect">
            <a:avLst/>
          </a:prstGeom>
        </p:spPr>
      </p:pic>
      <p:pic>
        <p:nvPicPr>
          <p:cNvPr id="7" name="Picture 6" descr="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2940" y="2103120"/>
            <a:ext cx="1505712" cy="2377440"/>
          </a:xfrm>
          <a:prstGeom prst="rect">
            <a:avLst/>
          </a:prstGeom>
        </p:spPr>
      </p:pic>
      <p:pic>
        <p:nvPicPr>
          <p:cNvPr id="8" name="Picture 7" descr="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6020" y="2103120"/>
            <a:ext cx="1505712" cy="2377440"/>
          </a:xfrm>
          <a:prstGeom prst="rect">
            <a:avLst/>
          </a:prstGeom>
        </p:spPr>
      </p:pic>
      <p:pic>
        <p:nvPicPr>
          <p:cNvPr id="9" name="Picture 8" descr="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9100" y="2103120"/>
            <a:ext cx="1505712" cy="2377440"/>
          </a:xfrm>
          <a:prstGeom prst="rect">
            <a:avLst/>
          </a:prstGeom>
        </p:spPr>
      </p:pic>
      <p:sp>
        <p:nvSpPr>
          <p:cNvPr id="10" name="Rounded Rectangle 9">
            <a:hlinkClick action="ppaction://hlinksldjump" r:id="rId3"/>
          </p:cNvPr>
          <p:cNvSpPr/>
          <p:nvPr/>
        </p:nvSpPr>
        <p:spPr>
          <a:xfrm>
            <a:off x="4632960" y="530352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1565C0"/>
                </a:solidFill>
                <a:latin typeface="Verdana"/>
              </a:rPr>
              <a:t>Check →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E4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24160" y="5029200"/>
            <a:ext cx="3108960" cy="31089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109472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800" b="1">
                <a:solidFill>
                  <a:srgbClr val="1565C0"/>
                </a:solidFill>
                <a:latin typeface="Verdana"/>
              </a:rPr>
              <a:t>How many? 🔢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737360"/>
            <a:ext cx="9601200" cy="3291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320" y="2103120"/>
            <a:ext cx="1505712" cy="2377440"/>
          </a:xfrm>
          <a:prstGeom prst="rect">
            <a:avLst/>
          </a:prstGeom>
        </p:spPr>
      </p:pic>
      <p:pic>
        <p:nvPicPr>
          <p:cNvPr id="7" name="Picture 6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1400" y="2103120"/>
            <a:ext cx="1505712" cy="2377440"/>
          </a:xfrm>
          <a:prstGeom prst="rect">
            <a:avLst/>
          </a:prstGeom>
        </p:spPr>
      </p:pic>
      <p:pic>
        <p:nvPicPr>
          <p:cNvPr id="8" name="Picture 7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4480" y="2103120"/>
            <a:ext cx="1505712" cy="2377440"/>
          </a:xfrm>
          <a:prstGeom prst="rect">
            <a:avLst/>
          </a:prstGeom>
        </p:spPr>
      </p:pic>
      <p:pic>
        <p:nvPicPr>
          <p:cNvPr id="9" name="Picture 8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47560" y="2103120"/>
            <a:ext cx="1505712" cy="2377440"/>
          </a:xfrm>
          <a:prstGeom prst="rect">
            <a:avLst/>
          </a:prstGeom>
        </p:spPr>
      </p:pic>
      <p:pic>
        <p:nvPicPr>
          <p:cNvPr id="10" name="Picture 9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30640" y="2103120"/>
            <a:ext cx="1505712" cy="2377440"/>
          </a:xfrm>
          <a:prstGeom prst="rect">
            <a:avLst/>
          </a:prstGeom>
        </p:spPr>
      </p:pic>
      <p:sp>
        <p:nvSpPr>
          <p:cNvPr id="11" name="Rounded Rectangle 10">
            <a:hlinkClick action="ppaction://hlinksldjump" r:id="rId3"/>
          </p:cNvPr>
          <p:cNvSpPr/>
          <p:nvPr/>
        </p:nvSpPr>
        <p:spPr>
          <a:xfrm>
            <a:off x="4632960" y="530352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1565C0"/>
                </a:solidFill>
                <a:latin typeface="Verdana"/>
              </a:rPr>
              <a:t>Check →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3F0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24160" y="5029200"/>
            <a:ext cx="3108960" cy="31089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109472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800" b="1">
                <a:solidFill>
                  <a:srgbClr val="1565C0"/>
                </a:solidFill>
                <a:latin typeface="Verdana"/>
              </a:rPr>
              <a:t>How many? 🔢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737360"/>
            <a:ext cx="9601200" cy="3291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yel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1400" y="2103120"/>
            <a:ext cx="1500051" cy="2377440"/>
          </a:xfrm>
          <a:prstGeom prst="rect">
            <a:avLst/>
          </a:prstGeom>
        </p:spPr>
      </p:pic>
      <p:pic>
        <p:nvPicPr>
          <p:cNvPr id="7" name="Picture 6" descr="yel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4480" y="2103120"/>
            <a:ext cx="1500051" cy="2377440"/>
          </a:xfrm>
          <a:prstGeom prst="rect">
            <a:avLst/>
          </a:prstGeom>
        </p:spPr>
      </p:pic>
      <p:pic>
        <p:nvPicPr>
          <p:cNvPr id="8" name="Picture 7" descr="yel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47560" y="2103120"/>
            <a:ext cx="1500051" cy="2377440"/>
          </a:xfrm>
          <a:prstGeom prst="rect">
            <a:avLst/>
          </a:prstGeom>
        </p:spPr>
      </p:pic>
      <p:sp>
        <p:nvSpPr>
          <p:cNvPr id="9" name="Rounded Rectangle 8">
            <a:hlinkClick action="ppaction://hlinksldjump" r:id="rId3"/>
          </p:cNvPr>
          <p:cNvSpPr/>
          <p:nvPr/>
        </p:nvSpPr>
        <p:spPr>
          <a:xfrm>
            <a:off x="4632960" y="530352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1565C0"/>
                </a:solidFill>
                <a:latin typeface="Verdana"/>
              </a:rPr>
              <a:t>Check →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E4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24160" y="5029200"/>
            <a:ext cx="3108960" cy="31089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109472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800" b="1">
                <a:solidFill>
                  <a:srgbClr val="1565C0"/>
                </a:solidFill>
                <a:latin typeface="Verdana"/>
              </a:rPr>
              <a:t>How many? 🔢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0" y="1828800"/>
            <a:ext cx="6675120" cy="3108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651760"/>
            <a:ext cx="1109472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600" b="1">
                <a:solidFill>
                  <a:srgbClr val="2EA84F"/>
                </a:solidFill>
                <a:latin typeface="Verdana"/>
              </a:rPr>
              <a:t>4 — four 🎉</a:t>
            </a:r>
          </a:p>
        </p:txBody>
      </p:sp>
      <p:sp>
        <p:nvSpPr>
          <p:cNvPr id="7" name="Rounded Rectangle 6">
            <a:hlinkClick action="ppaction://hlinksldjump" r:id="rId2"/>
          </p:cNvPr>
          <p:cNvSpPr/>
          <p:nvPr/>
        </p:nvSpPr>
        <p:spPr>
          <a:xfrm>
            <a:off x="4724400" y="5303520"/>
            <a:ext cx="274320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1565C0"/>
                </a:solidFill>
                <a:latin typeface="Verdana"/>
              </a:rPr>
              <a:t>Next →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3F0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24160" y="5029200"/>
            <a:ext cx="3108960" cy="31089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109472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800" b="1">
                <a:solidFill>
                  <a:srgbClr val="1565C0"/>
                </a:solidFill>
                <a:latin typeface="Verdana"/>
              </a:rPr>
              <a:t>How many? 🔢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0" y="1828800"/>
            <a:ext cx="6675120" cy="3108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651760"/>
            <a:ext cx="1109472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600" b="1">
                <a:solidFill>
                  <a:srgbClr val="2EA84F"/>
                </a:solidFill>
                <a:latin typeface="Verdana"/>
              </a:rPr>
              <a:t>5 — five 🎉</a:t>
            </a:r>
          </a:p>
        </p:txBody>
      </p:sp>
      <p:sp>
        <p:nvSpPr>
          <p:cNvPr id="7" name="Rounded Rectangle 6">
            <a:hlinkClick action="ppaction://hlinksldjump" r:id="rId2"/>
          </p:cNvPr>
          <p:cNvSpPr/>
          <p:nvPr/>
        </p:nvSpPr>
        <p:spPr>
          <a:xfrm>
            <a:off x="4724400" y="5303520"/>
            <a:ext cx="274320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1565C0"/>
                </a:solidFill>
                <a:latin typeface="Verdana"/>
              </a:rPr>
              <a:t>Next →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E4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24160" y="5029200"/>
            <a:ext cx="3108960" cy="31089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109472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800" b="1">
                <a:solidFill>
                  <a:srgbClr val="1565C0"/>
                </a:solidFill>
                <a:latin typeface="Verdana"/>
              </a:rPr>
              <a:t>How many? 🔢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0" y="1828800"/>
            <a:ext cx="6675120" cy="3108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651760"/>
            <a:ext cx="1109472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600" b="1">
                <a:solidFill>
                  <a:srgbClr val="2EA84F"/>
                </a:solidFill>
                <a:latin typeface="Verdana"/>
              </a:rPr>
              <a:t>3 — three 🎉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3F0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24160" y="5029200"/>
            <a:ext cx="3108960" cy="31089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109472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800" b="1">
                <a:solidFill>
                  <a:srgbClr val="7B1FA2"/>
                </a:solidFill>
                <a:latin typeface="Verdana"/>
              </a:rPr>
              <a:t>Pick &amp; read 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10947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0">
                <a:solidFill>
                  <a:srgbClr val="6B7280"/>
                </a:solidFill>
                <a:latin typeface="Trebuchet MS"/>
              </a:rPr>
              <a:t>Pick a card and read!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280160" y="1783080"/>
            <a:ext cx="960120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>
            <a:hlinkClick action="ppaction://hlinksldjump" r:id="rId2"/>
          </p:cNvPr>
          <p:cNvSpPr/>
          <p:nvPr/>
        </p:nvSpPr>
        <p:spPr>
          <a:xfrm>
            <a:off x="2011680" y="2103120"/>
            <a:ext cx="23774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4400" b="1">
                <a:solidFill>
                  <a:srgbClr val="7B1FA2"/>
                </a:solidFill>
                <a:latin typeface="Verdana"/>
              </a:rPr>
              <a:t>?</a:t>
            </a:r>
          </a:p>
        </p:txBody>
      </p:sp>
      <p:sp>
        <p:nvSpPr>
          <p:cNvPr id="8" name="Rounded Rectangle 7">
            <a:hlinkClick action="ppaction://hlinksldjump" r:id="rId3"/>
          </p:cNvPr>
          <p:cNvSpPr/>
          <p:nvPr/>
        </p:nvSpPr>
        <p:spPr>
          <a:xfrm>
            <a:off x="4846320" y="2103120"/>
            <a:ext cx="23774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4400" b="1">
                <a:solidFill>
                  <a:srgbClr val="0E7490"/>
                </a:solidFill>
                <a:latin typeface="Verdana"/>
              </a:rPr>
              <a:t>?</a:t>
            </a:r>
          </a:p>
        </p:txBody>
      </p:sp>
      <p:sp>
        <p:nvSpPr>
          <p:cNvPr id="9" name="Rounded Rectangle 8">
            <a:hlinkClick action="ppaction://hlinksldjump" r:id="rId4"/>
          </p:cNvPr>
          <p:cNvSpPr/>
          <p:nvPr/>
        </p:nvSpPr>
        <p:spPr>
          <a:xfrm>
            <a:off x="7680960" y="2103120"/>
            <a:ext cx="23774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4400" b="1">
                <a:solidFill>
                  <a:srgbClr val="1565C0"/>
                </a:solidFill>
                <a:latin typeface="Verdana"/>
              </a:rPr>
              <a:t>?</a:t>
            </a:r>
          </a:p>
        </p:txBody>
      </p:sp>
      <p:sp>
        <p:nvSpPr>
          <p:cNvPr id="10" name="Rounded Rectangle 9">
            <a:hlinkClick action="ppaction://hlinksldjump" r:id="rId5"/>
          </p:cNvPr>
          <p:cNvSpPr/>
          <p:nvPr/>
        </p:nvSpPr>
        <p:spPr>
          <a:xfrm>
            <a:off x="2011680" y="3749040"/>
            <a:ext cx="23774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4400" b="1">
                <a:solidFill>
                  <a:srgbClr val="7B1FA2"/>
                </a:solidFill>
                <a:latin typeface="Verdana"/>
              </a:rPr>
              <a:t>?</a:t>
            </a:r>
          </a:p>
        </p:txBody>
      </p:sp>
      <p:sp>
        <p:nvSpPr>
          <p:cNvPr id="11" name="Rounded Rectangle 10">
            <a:hlinkClick action="ppaction://hlinksldjump" r:id="rId6"/>
          </p:cNvPr>
          <p:cNvSpPr/>
          <p:nvPr/>
        </p:nvSpPr>
        <p:spPr>
          <a:xfrm>
            <a:off x="4846320" y="3749040"/>
            <a:ext cx="23774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4400" b="1">
                <a:solidFill>
                  <a:srgbClr val="0E7490"/>
                </a:solidFill>
                <a:latin typeface="Verdana"/>
              </a:rPr>
              <a:t>?</a:t>
            </a:r>
          </a:p>
        </p:txBody>
      </p:sp>
      <p:sp>
        <p:nvSpPr>
          <p:cNvPr id="12" name="Rounded Rectangle 11">
            <a:hlinkClick action="ppaction://hlinksldjump" r:id="rId7"/>
          </p:cNvPr>
          <p:cNvSpPr/>
          <p:nvPr/>
        </p:nvSpPr>
        <p:spPr>
          <a:xfrm>
            <a:off x="7680960" y="3749040"/>
            <a:ext cx="23774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4400" b="1">
                <a:solidFill>
                  <a:srgbClr val="1565C0"/>
                </a:solidFill>
                <a:latin typeface="Verdana"/>
              </a:rPr>
              <a:t>?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E4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24160" y="5029200"/>
            <a:ext cx="3108960" cy="31089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109472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800" b="1">
                <a:solidFill>
                  <a:srgbClr val="1565C0"/>
                </a:solidFill>
                <a:latin typeface="Verdana"/>
              </a:rPr>
              <a:t>Read it! 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0" y="1645920"/>
            <a:ext cx="6675120" cy="3200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194560"/>
            <a:ext cx="11094720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600" b="1">
                <a:solidFill>
                  <a:srgbClr val="7B1FA2"/>
                </a:solidFill>
                <a:latin typeface="Verdana"/>
              </a:rPr>
              <a:t>sat</a:t>
            </a:r>
          </a:p>
        </p:txBody>
      </p:sp>
      <p:sp>
        <p:nvSpPr>
          <p:cNvPr id="7" name="Rounded Rectangle 6">
            <a:hlinkClick action="ppaction://hlinksldjump" r:id="rId2"/>
          </p:cNvPr>
          <p:cNvSpPr/>
          <p:nvPr/>
        </p:nvSpPr>
        <p:spPr>
          <a:xfrm>
            <a:off x="4907280" y="5212080"/>
            <a:ext cx="237744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6B7280"/>
                </a:solidFill>
                <a:latin typeface="Verdana"/>
              </a:rPr>
              <a:t>↩ Back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3F0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24160" y="5029200"/>
            <a:ext cx="3108960" cy="31089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109472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800" b="1">
                <a:solidFill>
                  <a:srgbClr val="1565C0"/>
                </a:solidFill>
                <a:latin typeface="Verdana"/>
              </a:rPr>
              <a:t>Read it! 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0" y="1645920"/>
            <a:ext cx="6675120" cy="3200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194560"/>
            <a:ext cx="11094720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600" b="1">
                <a:solidFill>
                  <a:srgbClr val="7B1FA2"/>
                </a:solidFill>
                <a:latin typeface="Verdana"/>
              </a:rPr>
              <a:t>pin</a:t>
            </a:r>
          </a:p>
        </p:txBody>
      </p:sp>
      <p:sp>
        <p:nvSpPr>
          <p:cNvPr id="7" name="Rounded Rectangle 6">
            <a:hlinkClick action="ppaction://hlinksldjump" r:id="rId2"/>
          </p:cNvPr>
          <p:cNvSpPr/>
          <p:nvPr/>
        </p:nvSpPr>
        <p:spPr>
          <a:xfrm>
            <a:off x="4907280" y="5212080"/>
            <a:ext cx="237744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6B7280"/>
                </a:solidFill>
                <a:latin typeface="Verdana"/>
              </a:rPr>
              <a:t>↩ Back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E4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24160" y="5029200"/>
            <a:ext cx="3108960" cy="31089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109472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800" b="1">
                <a:solidFill>
                  <a:srgbClr val="1565C0"/>
                </a:solidFill>
                <a:latin typeface="Verdana"/>
              </a:rPr>
              <a:t>Read it! 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0" y="1645920"/>
            <a:ext cx="6675120" cy="3200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194560"/>
            <a:ext cx="11094720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600" b="1">
                <a:solidFill>
                  <a:srgbClr val="7B1FA2"/>
                </a:solidFill>
                <a:latin typeface="Verdana"/>
              </a:rPr>
              <a:t>ten</a:t>
            </a:r>
          </a:p>
        </p:txBody>
      </p:sp>
      <p:sp>
        <p:nvSpPr>
          <p:cNvPr id="7" name="Rounded Rectangle 6">
            <a:hlinkClick action="ppaction://hlinksldjump" r:id="rId2"/>
          </p:cNvPr>
          <p:cNvSpPr/>
          <p:nvPr/>
        </p:nvSpPr>
        <p:spPr>
          <a:xfrm>
            <a:off x="4907280" y="5212080"/>
            <a:ext cx="237744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6B7280"/>
                </a:solidFill>
                <a:latin typeface="Verdana"/>
              </a:rPr>
              <a:t>↩ Back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3F0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24160" y="5029200"/>
            <a:ext cx="3108960" cy="31089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109472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800" b="1">
                <a:solidFill>
                  <a:srgbClr val="1565C0"/>
                </a:solidFill>
                <a:latin typeface="Verdana"/>
              </a:rPr>
              <a:t>Read it! 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0" y="1645920"/>
            <a:ext cx="6675120" cy="3200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194560"/>
            <a:ext cx="11094720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600" b="1">
                <a:solidFill>
                  <a:srgbClr val="7B1FA2"/>
                </a:solidFill>
                <a:latin typeface="Verdana"/>
              </a:rPr>
              <a:t>red</a:t>
            </a:r>
          </a:p>
        </p:txBody>
      </p:sp>
      <p:sp>
        <p:nvSpPr>
          <p:cNvPr id="7" name="Rounded Rectangle 6">
            <a:hlinkClick action="ppaction://hlinksldjump" r:id="rId2"/>
          </p:cNvPr>
          <p:cNvSpPr/>
          <p:nvPr/>
        </p:nvSpPr>
        <p:spPr>
          <a:xfrm>
            <a:off x="4907280" y="5212080"/>
            <a:ext cx="237744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6B7280"/>
                </a:solidFill>
                <a:latin typeface="Verdana"/>
              </a:rPr>
              <a:t>↩ Back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E4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24160" y="5029200"/>
            <a:ext cx="3108960" cy="31089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109472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800" b="1">
                <a:solidFill>
                  <a:srgbClr val="1565C0"/>
                </a:solidFill>
                <a:latin typeface="Verdana"/>
              </a:rPr>
              <a:t>Read it! 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0" y="1645920"/>
            <a:ext cx="6675120" cy="3200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194560"/>
            <a:ext cx="11094720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600" b="1">
                <a:solidFill>
                  <a:srgbClr val="7B1FA2"/>
                </a:solidFill>
                <a:latin typeface="Verdana"/>
              </a:rPr>
              <a:t>kit</a:t>
            </a:r>
          </a:p>
        </p:txBody>
      </p:sp>
      <p:sp>
        <p:nvSpPr>
          <p:cNvPr id="7" name="Rounded Rectangle 6">
            <a:hlinkClick action="ppaction://hlinksldjump" r:id="rId2"/>
          </p:cNvPr>
          <p:cNvSpPr/>
          <p:nvPr/>
        </p:nvSpPr>
        <p:spPr>
          <a:xfrm>
            <a:off x="4907280" y="5212080"/>
            <a:ext cx="237744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6B7280"/>
                </a:solidFill>
                <a:latin typeface="Verdana"/>
              </a:rPr>
              <a:t>↩ Back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3F0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24160" y="5029200"/>
            <a:ext cx="3108960" cy="31089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109472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800" b="1">
                <a:solidFill>
                  <a:srgbClr val="1565C0"/>
                </a:solidFill>
                <a:latin typeface="Verdana"/>
              </a:rPr>
              <a:t>Read it! 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0" y="1645920"/>
            <a:ext cx="6675120" cy="3200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194560"/>
            <a:ext cx="11094720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600" b="1">
                <a:solidFill>
                  <a:srgbClr val="7B1FA2"/>
                </a:solidFill>
                <a:latin typeface="Verdana"/>
              </a:rPr>
              <a:t>dad</a:t>
            </a:r>
          </a:p>
        </p:txBody>
      </p:sp>
      <p:sp>
        <p:nvSpPr>
          <p:cNvPr id="7" name="Rounded Rectangle 6">
            <a:hlinkClick action="ppaction://hlinksldjump" r:id="rId2"/>
          </p:cNvPr>
          <p:cNvSpPr/>
          <p:nvPr/>
        </p:nvSpPr>
        <p:spPr>
          <a:xfrm>
            <a:off x="4907280" y="5212080"/>
            <a:ext cx="237744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6B7280"/>
                </a:solidFill>
                <a:latin typeface="Verdana"/>
              </a:rPr>
              <a:t>↩ Back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E4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24160" y="5029200"/>
            <a:ext cx="3108960" cy="31089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109472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800" b="1">
                <a:solidFill>
                  <a:srgbClr val="1565C0"/>
                </a:solidFill>
                <a:latin typeface="Verdana"/>
              </a:rPr>
              <a:t>Test 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0" y="1828800"/>
            <a:ext cx="6675120" cy="3566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194560"/>
            <a:ext cx="1109472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400" b="1">
                <a:solidFill>
                  <a:srgbClr val="7B1FA2"/>
                </a:solidFill>
                <a:latin typeface="Verdana"/>
              </a:rPr>
              <a:t>Unit 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383280"/>
            <a:ext cx="1109472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3A2A4D"/>
                </a:solidFill>
                <a:latin typeface="Verdana"/>
              </a:rPr>
              <a:t>💪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109472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0">
                <a:solidFill>
                  <a:srgbClr val="6B7280"/>
                </a:solidFill>
                <a:latin typeface="Trebuchet MS"/>
              </a:rPr>
              <a:t>paste the test link here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3F0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24160" y="5029200"/>
            <a:ext cx="3108960" cy="31089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109472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800" b="1">
                <a:solidFill>
                  <a:srgbClr val="7B1FA2"/>
                </a:solidFill>
                <a:latin typeface="Verdana"/>
              </a:rPr>
              <a:t>Я могу! 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0" y="1737360"/>
            <a:ext cx="8503920" cy="4114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468880" y="2103120"/>
            <a:ext cx="7223760" cy="3383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0">
                <a:solidFill>
                  <a:srgbClr val="3A2A4D"/>
                </a:solidFill>
                <a:latin typeface="Trebuchet MS"/>
              </a:rPr>
              <a:t>Здороваться и знакомиться: Hello! I’m …</a:t>
            </a:r>
          </a:p>
          <a:p>
            <a:pPr algn="l"/>
            <a:r>
              <a:rPr sz="2400" b="0">
                <a:solidFill>
                  <a:srgbClr val="3A2A4D"/>
                </a:solidFill>
                <a:latin typeface="Trebuchet MS"/>
              </a:rPr>
              <a:t>Называть цвета: red, green, blue, orange, pink, yellow</a:t>
            </a:r>
          </a:p>
          <a:p>
            <a:pPr algn="l"/>
            <a:r>
              <a:rPr sz="2400" b="0">
                <a:solidFill>
                  <a:srgbClr val="3A2A4D"/>
                </a:solidFill>
                <a:latin typeface="Trebuchet MS"/>
              </a:rPr>
              <a:t>Считать до 10</a:t>
            </a:r>
          </a:p>
          <a:p>
            <a:pPr algn="l"/>
            <a:r>
              <a:rPr sz="2400" b="0">
                <a:solidFill>
                  <a:srgbClr val="3A2A4D"/>
                </a:solidFill>
                <a:latin typeface="Trebuchet MS"/>
              </a:rPr>
              <a:t>Читать слова: sat, pin, ten, red, kit, dad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E4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24160" y="5029200"/>
            <a:ext cx="3108960" cy="31089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377440"/>
            <a:ext cx="1109472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000" b="1">
                <a:solidFill>
                  <a:srgbClr val="1565C0"/>
                </a:solidFill>
                <a:latin typeface="Verdana"/>
              </a:rPr>
              <a:t>Assign HW 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1109472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200" b="0">
                <a:solidFill>
                  <a:srgbClr val="6B7280"/>
                </a:solidFill>
                <a:latin typeface="Trebuchet MS"/>
              </a:rPr>
              <a:t>NO HW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3F0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24160" y="5029200"/>
            <a:ext cx="3108960" cy="31089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109472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800" b="1">
                <a:solidFill>
                  <a:srgbClr val="7B1FA2"/>
                </a:solidFill>
                <a:latin typeface="Verdana"/>
              </a:rPr>
              <a:t>Rate the lesson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11680" y="2011680"/>
            <a:ext cx="8138160" cy="3108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286000"/>
            <a:ext cx="1109472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000" b="1">
                <a:solidFill>
                  <a:srgbClr val="3A2A4D"/>
                </a:solidFill>
                <a:latin typeface="Verdana"/>
              </a:rPr>
              <a:t>⭐ ⭐ ⭐ ⭐ 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212080"/>
            <a:ext cx="110947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200" b="1">
                <a:solidFill>
                  <a:srgbClr val="7B1FA2"/>
                </a:solidFill>
                <a:latin typeface="Verdana"/>
              </a:rPr>
              <a:t>Bye-bye! 👋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E4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24160" y="5029200"/>
            <a:ext cx="3108960" cy="31089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109472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800" b="1">
                <a:solidFill>
                  <a:srgbClr val="1565C0"/>
                </a:solidFill>
                <a:latin typeface="Verdana"/>
              </a:rPr>
              <a:t>⏱ Reading race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828800"/>
            <a:ext cx="9601200" cy="3108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743200"/>
            <a:ext cx="1109472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600" b="1">
                <a:solidFill>
                  <a:srgbClr val="3A2A4D"/>
                </a:solidFill>
                <a:latin typeface="Verdana"/>
              </a:rPr>
              <a:t>sat   pin   ten   red   kit   dad   rat   pen   den   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212080"/>
            <a:ext cx="110947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0">
                <a:solidFill>
                  <a:srgbClr val="6B7280"/>
                </a:solidFill>
                <a:latin typeface="Trebuchet MS"/>
              </a:rPr>
              <a:t>Read the line. Faster!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3F0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24160" y="5029200"/>
            <a:ext cx="3108960" cy="31089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109472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800" b="1">
                <a:solidFill>
                  <a:srgbClr val="7B1FA2"/>
                </a:solidFill>
                <a:latin typeface="Verdana"/>
              </a:rPr>
              <a:t>🔍 Find &amp; read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926080" y="1554480"/>
            <a:ext cx="640080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108960" y="1737360"/>
            <a:ext cx="18288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600" b="1">
                <a:solidFill>
                  <a:srgbClr val="7B1FA2"/>
                </a:solidFill>
                <a:latin typeface="Verdana"/>
              </a:rPr>
              <a:t>sat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0640" y="1737360"/>
            <a:ext cx="18288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600" b="1">
                <a:solidFill>
                  <a:srgbClr val="0E7490"/>
                </a:solidFill>
                <a:latin typeface="Verdana"/>
              </a:rPr>
              <a:t>pin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1737360"/>
            <a:ext cx="18288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600" b="1">
                <a:solidFill>
                  <a:srgbClr val="1565C0"/>
                </a:solidFill>
                <a:latin typeface="Verdana"/>
              </a:rPr>
              <a:t>ten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08960" y="2971800"/>
            <a:ext cx="18288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600" b="1">
                <a:solidFill>
                  <a:srgbClr val="7B1FA2"/>
                </a:solidFill>
                <a:latin typeface="Verdana"/>
              </a:rPr>
              <a:t>red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0" y="2971800"/>
            <a:ext cx="18288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600" b="1">
                <a:solidFill>
                  <a:srgbClr val="0E7490"/>
                </a:solidFill>
                <a:latin typeface="Verdana"/>
              </a:rPr>
              <a:t>kit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2971800"/>
            <a:ext cx="18288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600" b="1">
                <a:solidFill>
                  <a:srgbClr val="1565C0"/>
                </a:solidFill>
                <a:latin typeface="Verdana"/>
              </a:rPr>
              <a:t>dad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4206240"/>
            <a:ext cx="18288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600" b="1">
                <a:solidFill>
                  <a:srgbClr val="7B1FA2"/>
                </a:solidFill>
                <a:latin typeface="Verdana"/>
              </a:rPr>
              <a:t>rat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0" y="4206240"/>
            <a:ext cx="18288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600" b="1">
                <a:solidFill>
                  <a:srgbClr val="0E7490"/>
                </a:solidFill>
                <a:latin typeface="Verdana"/>
              </a:rPr>
              <a:t>pen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0" y="4206240"/>
            <a:ext cx="18288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600" b="1">
                <a:solidFill>
                  <a:srgbClr val="1565C0"/>
                </a:solidFill>
                <a:latin typeface="Verdana"/>
              </a:rPr>
              <a:t>as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E4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24160" y="5029200"/>
            <a:ext cx="3108960" cy="31089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109472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800" b="1">
                <a:solidFill>
                  <a:srgbClr val="1565C0"/>
                </a:solidFill>
                <a:latin typeface="Verdana"/>
              </a:rPr>
              <a:t>🎯 Colour bingo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463040"/>
            <a:ext cx="9601200" cy="4206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4560" y="1737360"/>
            <a:ext cx="1216152" cy="1920240"/>
          </a:xfrm>
          <a:prstGeom prst="rect">
            <a:avLst/>
          </a:prstGeom>
        </p:spPr>
      </p:pic>
      <p:pic>
        <p:nvPicPr>
          <p:cNvPr id="7" name="Picture 6" descr="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1737360"/>
            <a:ext cx="1216152" cy="1920240"/>
          </a:xfrm>
          <a:prstGeom prst="rect">
            <a:avLst/>
          </a:prstGeom>
        </p:spPr>
      </p:pic>
      <p:pic>
        <p:nvPicPr>
          <p:cNvPr id="8" name="Picture 7" descr="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3840" y="1737360"/>
            <a:ext cx="1216152" cy="1920240"/>
          </a:xfrm>
          <a:prstGeom prst="rect">
            <a:avLst/>
          </a:prstGeom>
        </p:spPr>
      </p:pic>
      <p:pic>
        <p:nvPicPr>
          <p:cNvPr id="9" name="Picture 8" descr="oran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94560" y="3840480"/>
            <a:ext cx="1211580" cy="1920240"/>
          </a:xfrm>
          <a:prstGeom prst="rect">
            <a:avLst/>
          </a:prstGeom>
        </p:spPr>
      </p:pic>
      <p:pic>
        <p:nvPicPr>
          <p:cNvPr id="10" name="Picture 9" descr="pin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29200" y="3840480"/>
            <a:ext cx="1202436" cy="1920240"/>
          </a:xfrm>
          <a:prstGeom prst="rect">
            <a:avLst/>
          </a:prstGeom>
        </p:spPr>
      </p:pic>
      <p:pic>
        <p:nvPicPr>
          <p:cNvPr id="11" name="Picture 10" descr="yello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63840" y="3840480"/>
            <a:ext cx="1211580" cy="192024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186</Words>
  <Application>Microsoft Office PowerPoint</Application>
  <PresentationFormat>Широкоэкранный</PresentationFormat>
  <Paragraphs>56</Paragraphs>
  <Slides>11</Slides>
  <Notes>11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11</vt:i4>
      </vt:variant>
    </vt:vector>
  </HeadingPairs>
  <TitlesOfParts>
    <vt:vector size="15" baseType="lpstr">
      <vt:lpstr>Arial</vt:lpstr>
      <vt:lpstr>Trebuchet MS</vt:lpstr>
      <vt:lpstr>Verdana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U1 L7 Revision + Test (2ed)</dc:title>
  <dc:subject>PptxGenJS Presentation</dc:subject>
  <dc:creator>WowSpeak</dc:creator>
  <cp:lastModifiedBy>Алёна Губенко</cp:lastModifiedBy>
  <cp:revision>2</cp:revision>
  <dcterms:created xsi:type="dcterms:W3CDTF">2026-06-15T18:33:07Z</dcterms:created>
  <dcterms:modified xsi:type="dcterms:W3CDTF">2026-06-16T18:26:09Z</dcterms:modified>
</cp:coreProperties>
</file>