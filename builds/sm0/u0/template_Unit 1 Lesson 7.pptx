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342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hyperlink" Target="https://wordwall.net/resource/115092356/super-minds-2nd-starter-p-20-my-bod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hyperlink" Target="https://wordwall.net/resource/115092428/sm0-unit-1-lesson-7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hyperlink" Target="https://student.vznaniya.com/assessment/11152771?slug=iP4Rupzv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65C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Unit 1 · Lesson 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My body 🧒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 + Test · Super Minds Starter · WowSpeak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565C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are you?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9235440" cy="420624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1945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😀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2011680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2A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happy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😢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937760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2A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863840" y="21945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😠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7863840" y="4206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2A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angry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521208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FE4EA"/>
          </a:solidFill>
          <a:effectLst/>
        </p:bgPr>
      </p:bg>
      <p:sp>
        <p:nvSpPr>
          <p:cNvPr id="2" name="b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b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itle"/>
          <p:cNvSpPr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1FA2"/>
                </a:solidFill>
                <a:latin typeface="Verdana"/>
                <a:cs typeface="Verdana"/>
              </a:rPr>
              <a:t>Read! 📖</a:t>
            </a:r>
          </a:p>
        </p:txBody>
      </p:sp>
      <p:sp>
        <p:nvSpPr>
          <p:cNvPr id="5" name="card"/>
          <p:cNvSpPr/>
          <p:nvPr/>
        </p:nvSpPr>
        <p:spPr>
          <a:xfrm>
            <a:off x="1280160" y="1737360"/>
            <a:ext cx="960120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xt"/>
          <p:cNvSpPr/>
          <p:nvPr/>
        </p:nvSpPr>
        <p:spPr>
          <a:xfrm>
            <a:off x="1463040" y="1920240"/>
            <a:ext cx="9235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900"/>
              </a:spcAft>
              <a:buNone/>
            </a:pPr>
            <a:r>
              <a:rPr lang="en-US" sz="3800" b="1" dirty="0">
                <a:solidFill>
                  <a:srgbClr val="7B1FA2"/>
                </a:solidFill>
                <a:latin typeface="Verdana"/>
                <a:cs typeface="Verdana"/>
              </a:rPr>
              <a:t xml:space="preserve">six</a:t>
            </a:r>
            <a:r>
              <a:rPr lang="en-US" sz="3800" b="1" dirty="0">
                <a:solidFill>
                  <a:srgbClr val="3A2A4D"/>
                </a:solidFill>
                <a:latin typeface="Verdana"/>
                <a:cs typeface="Verdana"/>
              </a:rPr>
              <a:t xml:space="preserve">    </a:t>
            </a:r>
            <a:r>
              <a:rPr lang="en-US" sz="3800" b="1" dirty="0">
                <a:solidFill>
                  <a:srgbClr val="0E7490"/>
                </a:solidFill>
                <a:latin typeface="Verdana"/>
                <a:cs typeface="Verdana"/>
              </a:rPr>
              <a:t xml:space="preserve">fox</a:t>
            </a:r>
            <a:r>
              <a:rPr lang="en-US" sz="3800" b="1" dirty="0">
                <a:solidFill>
                  <a:srgbClr val="3A2A4D"/>
                </a:solidFill>
                <a:latin typeface="Verdana"/>
                <a:cs typeface="Verdana"/>
              </a:rPr>
              <a:t xml:space="preserve">    </a:t>
            </a:r>
            <a:r>
              <a:rPr lang="en-US" sz="3800" b="1" dirty="0">
                <a:solidFill>
                  <a:srgbClr val="16A34A"/>
                </a:solidFill>
                <a:latin typeface="Verdana"/>
                <a:cs typeface="Verdana"/>
              </a:rPr>
              <a:t xml:space="preserve">cat</a:t>
            </a:r>
            <a:r>
              <a:rPr lang="en-US" sz="3800" b="1" dirty="0">
                <a:solidFill>
                  <a:srgbClr val="3A2A4D"/>
                </a:solidFill>
                <a:latin typeface="Verdana"/>
                <a:cs typeface="Verdana"/>
              </a:rPr>
              <a:t xml:space="preserve">    </a:t>
            </a:r>
            <a:r>
              <a:rPr lang="en-US" sz="3800" b="1" dirty="0">
                <a:solidFill>
                  <a:srgbClr val="B45309"/>
                </a:solidFill>
                <a:latin typeface="Verdana"/>
                <a:cs typeface="Verdana"/>
              </a:rPr>
              <a:t xml:space="preserve">leg</a:t>
            </a:r>
            <a:endParaRPr lang="en-US" sz="3800" dirty="0"/>
          </a:p>
          <a:p>
            <a:pPr marL="0" indent="0" algn="ctr">
              <a:spcAft>
                <a:spcPts val="900"/>
              </a:spcAft>
              <a:buNone/>
            </a:pPr>
            <a:r>
              <a:rPr lang="en-US" sz="3800" b="1" dirty="0">
                <a:solidFill>
                  <a:srgbClr val="7B1FA2"/>
                </a:solidFill>
                <a:latin typeface="Verdana"/>
                <a:cs typeface="Verdana"/>
              </a:rPr>
              <a:t xml:space="preserve">big</a:t>
            </a:r>
            <a:r>
              <a:rPr lang="en-US" sz="3800" b="1" dirty="0">
                <a:solidFill>
                  <a:srgbClr val="3A2A4D"/>
                </a:solidFill>
                <a:latin typeface="Verdana"/>
                <a:cs typeface="Verdana"/>
              </a:rPr>
              <a:t xml:space="preserve">    </a:t>
            </a:r>
            <a:r>
              <a:rPr lang="en-US" sz="3800" b="1" dirty="0">
                <a:solidFill>
                  <a:srgbClr val="0E7490"/>
                </a:solidFill>
                <a:latin typeface="Verdana"/>
                <a:cs typeface="Verdana"/>
              </a:rPr>
              <a:t xml:space="preserve">cup</a:t>
            </a:r>
            <a:r>
              <a:rPr lang="en-US" sz="3800" b="1" dirty="0">
                <a:solidFill>
                  <a:srgbClr val="3A2A4D"/>
                </a:solidFill>
                <a:latin typeface="Verdana"/>
                <a:cs typeface="Verdana"/>
              </a:rPr>
              <a:t xml:space="preserve">    </a:t>
            </a:r>
            <a:r>
              <a:rPr lang="en-US" sz="3800" b="1" dirty="0">
                <a:solidFill>
                  <a:srgbClr val="16A34A"/>
                </a:solidFill>
                <a:latin typeface="Verdana"/>
                <a:cs typeface="Verdana"/>
              </a:rPr>
              <a:t xml:space="preserve">van</a:t>
            </a:r>
            <a:r>
              <a:rPr lang="en-US" sz="3800" b="1" dirty="0">
                <a:solidFill>
                  <a:srgbClr val="3A2A4D"/>
                </a:solidFill>
                <a:latin typeface="Verdana"/>
                <a:cs typeface="Verdana"/>
              </a:rPr>
              <a:t xml:space="preserve">    </a:t>
            </a:r>
            <a:r>
              <a:rPr lang="en-US" sz="3800" b="1" dirty="0">
                <a:solidFill>
                  <a:srgbClr val="B45309"/>
                </a:solidFill>
                <a:latin typeface="Verdana"/>
                <a:cs typeface="Verdana"/>
              </a:rPr>
              <a:t xml:space="preserve">mix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565C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HW check ✅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My body 🧒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0908" y="1371600"/>
            <a:ext cx="237744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0908" y="14813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👀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0908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eyes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58388" y="1371600"/>
            <a:ext cx="237744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8388" y="14813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👂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558388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ears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55868" y="1371600"/>
            <a:ext cx="237744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5868" y="14813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👄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255868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mouth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953348" y="1371600"/>
            <a:ext cx="237744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53348" y="148132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🙂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953348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head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09648" y="3611880"/>
            <a:ext cx="237744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09648" y="37216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👃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2209648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nose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907128" y="3611880"/>
            <a:ext cx="237744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07128" y="37216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💪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4907128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arms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04608" y="3611880"/>
            <a:ext cx="237744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04608" y="37216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🦵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604608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" y="5943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WORDWALL: </a:t>
            </a:r>
            <a:r>
              <a:rPr lang="en-US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/>
              </a:rPr>
              <a:t>https://wordwall.net/resource/115092356/super-minds-2nd-starter-p-20-my-body</a:t>
            </a:r>
            <a:r>
              <a:rPr lang="en-US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565C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Grammar 🗣️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28800" y="1645920"/>
            <a:ext cx="8503920" cy="39319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645920"/>
            <a:ext cx="8503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2200"/>
              </a:spcAft>
              <a:buNone/>
            </a:pPr>
            <a:r>
              <a:rPr lang="en-US" sz="3400" b="1" dirty="0">
                <a:solidFill>
                  <a:srgbClr val="3A2A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I’ve got 2 👀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 &amp; play! 🎡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85039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94560" y="26517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WORDWALL </a:t>
            </a:r>
            <a:r>
              <a:rPr lang="en-US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/>
              </a:rPr>
              <a:t>https://wordwall.net/resource/115092428/sm0-unit-1-lesson-7</a:t>
            </a:r>
            <a:r>
              <a:rPr lang="en-US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565C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 📝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0" y="1828800"/>
            <a:ext cx="667512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219456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Unit 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743200" y="33832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💪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743200" y="44805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/>
              </a:rPr>
              <a:t>https://student.vznaniya.com/assessment/11152771?slug=iP4Rupzv</a:t>
            </a:r>
            <a:r>
              <a:rPr lang="ru-RU" sz="1600" b="1" dirty="0">
                <a:solidFill>
                  <a:srgbClr val="C015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Я могу! 🎉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828800" y="1737360"/>
            <a:ext cx="85039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2103120"/>
            <a:ext cx="7223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✅"/>
            </a:pPr>
            <a:r>
              <a:rPr lang="en-US" sz="2900" dirty="0">
                <a:solidFill>
                  <a:srgbClr val="3A2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Все части тела: head, mouth, eyes, ears, nose, arms, legs</a:t>
            </a:r>
            <a:endParaRPr lang="en-US" sz="2900" dirty="0"/>
          </a:p>
          <a:p>
            <a:pPr marL="342900" indent="-342900">
              <a:spcAft>
                <a:spcPts val="1200"/>
              </a:spcAft>
              <a:buSzPct val="100000"/>
              <a:buChar char="✅"/>
            </a:pPr>
            <a:r>
              <a:rPr lang="en-US" sz="2900" dirty="0">
                <a:solidFill>
                  <a:srgbClr val="3A2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Говорить I’ve got… и спрашивать How many…?</a:t>
            </a:r>
            <a:endParaRPr lang="en-US" sz="2900" dirty="0"/>
          </a:p>
          <a:p>
            <a:pPr marL="342900" indent="-342900">
              <a:spcAft>
                <a:spcPts val="1200"/>
              </a:spcAft>
              <a:buSzPct val="100000"/>
              <a:buChar char="✅"/>
            </a:pPr>
            <a:r>
              <a:rPr lang="en-US" sz="2900" dirty="0">
                <a:solidFill>
                  <a:srgbClr val="3A2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Читать слова с буквами m–x: cat, dog, six, fox, vet</a:t>
            </a:r>
            <a:endParaRPr lang="en-US" sz="2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565C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Assign HW 📝</a:t>
            </a:r>
            <a:endParaRPr lang="en-US" sz="6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5029200"/>
            <a:ext cx="3108960" cy="310896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1FA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Rate the lesson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011680" y="2011680"/>
            <a:ext cx="81381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8138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⭐ ⭐ ⭐ ⭐ ⭐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011680" y="52120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1E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Bye-bye! 👋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186</Words>
  <Application>Microsoft Office PowerPoint</Application>
  <PresentationFormat>Широкоэкранный</PresentationFormat>
  <Paragraphs>56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Verdana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U1 L7 Revision + Test (2ed)</dc:title>
  <dc:subject>PptxGenJS Presentation</dc:subject>
  <dc:creator>WowSpeak</dc:creator>
  <cp:lastModifiedBy>Алёна Губенко</cp:lastModifiedBy>
  <cp:revision>2</cp:revision>
  <dcterms:created xsi:type="dcterms:W3CDTF">2026-06-15T18:33:07Z</dcterms:created>
  <dcterms:modified xsi:type="dcterms:W3CDTF">2026-06-16T18:26:09Z</dcterms:modified>
</cp:coreProperties>
</file>